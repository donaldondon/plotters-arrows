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07F758-5F3F-4555-8DFE-275CD36DE91D}" v="3" dt="2025-07-13T08:57:19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unya imamura" userId="d79b0b206f0d2f16" providerId="LiveId" clId="{A107F758-5F3F-4555-8DFE-275CD36DE91D}"/>
    <pc:docChg chg="undo custSel addSld delSld modSld sldOrd">
      <pc:chgData name="syunya imamura" userId="d79b0b206f0d2f16" providerId="LiveId" clId="{A107F758-5F3F-4555-8DFE-275CD36DE91D}" dt="2025-07-13T08:57:43.477" v="134" actId="20577"/>
      <pc:docMkLst>
        <pc:docMk/>
      </pc:docMkLst>
      <pc:sldChg chg="addSp delSp modSp new mod">
        <pc:chgData name="syunya imamura" userId="d79b0b206f0d2f16" providerId="LiveId" clId="{A107F758-5F3F-4555-8DFE-275CD36DE91D}" dt="2025-07-13T08:57:43.477" v="134" actId="20577"/>
        <pc:sldMkLst>
          <pc:docMk/>
          <pc:sldMk cId="1482066291" sldId="256"/>
        </pc:sldMkLst>
        <pc:spChg chg="add mod">
          <ac:chgData name="syunya imamura" userId="d79b0b206f0d2f16" providerId="LiveId" clId="{A107F758-5F3F-4555-8DFE-275CD36DE91D}" dt="2025-07-13T08:57:43.477" v="134" actId="20577"/>
          <ac:spMkLst>
            <pc:docMk/>
            <pc:sldMk cId="1482066291" sldId="256"/>
            <ac:spMk id="5" creationId="{C6432699-3313-FFAA-95BB-E6A8B6DE2EEF}"/>
          </ac:spMkLst>
        </pc:spChg>
      </pc:sldChg>
      <pc:sldChg chg="new del">
        <pc:chgData name="syunya imamura" userId="d79b0b206f0d2f16" providerId="LiveId" clId="{A107F758-5F3F-4555-8DFE-275CD36DE91D}" dt="2025-06-24T16:07:41.124" v="8" actId="47"/>
        <pc:sldMkLst>
          <pc:docMk/>
          <pc:sldMk cId="2238019567" sldId="257"/>
        </pc:sldMkLst>
      </pc:sldChg>
      <pc:sldChg chg="add ord">
        <pc:chgData name="syunya imamura" userId="d79b0b206f0d2f16" providerId="LiveId" clId="{A107F758-5F3F-4555-8DFE-275CD36DE91D}" dt="2025-06-24T16:07:44.829" v="10"/>
        <pc:sldMkLst>
          <pc:docMk/>
          <pc:sldMk cId="1840457580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002499-AC41-F006-74E5-D0CC4F53E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39922C1-CF85-B873-B629-9EABE1C20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CC94BC-3D6F-EFC0-A0F5-C3A4D6204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DA73-9201-46EA-901E-2084F402AD3B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997F05-EB63-1FCB-DBDA-8BF765E40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29CCC5-CCDC-C8AA-3686-0146616E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205D-7649-4167-BDB0-612DD8CA4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473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56BA8-B2B4-51C2-CCC4-15E597B4F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C1FB44-F506-90B0-A068-37408B1B6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29E356-AC4F-A245-3B63-FCED9E3D0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DA73-9201-46EA-901E-2084F402AD3B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AB1195-C376-A8BC-FA6A-E3AA13107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56A939-7287-1A23-FE97-27A2A6A7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205D-7649-4167-BDB0-612DD8CA4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347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EE9E23-257C-F0EE-8D55-C5CB70C14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76DD80-44B8-1016-B57A-D16C2906E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431211-1F1D-54D6-01B2-ABBDD0DF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DA73-9201-46EA-901E-2084F402AD3B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9A5281-92B8-F0C9-A983-E4B77CEC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FA6211-86DA-552C-F715-35DE2E93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205D-7649-4167-BDB0-612DD8CA4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630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667D6D-AEC0-D337-5FBE-ED683EFE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899FF6-E192-D0B7-AFCC-ACCBF8DF3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F7EF97-38A9-71F4-F7C9-8009919BF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A716249-A29C-6D8B-64B4-0E8E6D2BD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DA73-9201-46EA-901E-2084F402AD3B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A18478-4E1D-783C-4217-CB5B69B0E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734105-9A9C-BF0B-AE55-5A4E96F2C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205D-7649-4167-BDB0-612DD8CA4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347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6F110-3008-85A6-80ED-9A2AD5F7C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CC26EB-0663-640F-0990-5D6A3B5A1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CA08BA-C1E8-ADFE-3858-B8F4C6F51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3272B4-933F-31BB-3858-FE3857111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4AB2DE-A91B-2FBF-BD80-E8EE6A83E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8E75700-01E7-9192-15EA-479E70C0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DA73-9201-46EA-901E-2084F402AD3B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D9CC1D5-5A13-1B18-597A-CD2F3730D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886637C-A88D-C9FD-D260-325DED1A1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205D-7649-4167-BDB0-612DD8CA4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99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9E663D-A468-1672-49EA-87412ADE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D9990EB-2F68-FCDA-6392-E9F5EAFC4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DA73-9201-46EA-901E-2084F402AD3B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F1A5B55-94B6-FCCB-EEF1-801EE7E0F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9C6364D-85D0-82E4-8E24-F96D9079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205D-7649-4167-BDB0-612DD8CA4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6531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8E1DCFD-B3A4-5FA6-FC05-43D4D862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DA73-9201-46EA-901E-2084F402AD3B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FAAA8CE-0D81-19BC-7ABE-8DB5576E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1483F8-09BB-438E-E048-A548C3DF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205D-7649-4167-BDB0-612DD8CA4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758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D43C5E-5543-CE42-6C80-76A8ECED5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331E0E-6876-398D-E9F8-F66AB8EC5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C26082-9A36-A7E6-B1DD-F1EA277CC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B5BB19-C0C9-B26D-EA6B-FFCF93A8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DA73-9201-46EA-901E-2084F402AD3B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326FC3-132B-E956-B65D-2DCD04563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D9699D-73AE-0E0B-E86D-D64807F5C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205D-7649-4167-BDB0-612DD8CA4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987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A4ADF5-D824-F1F7-501A-0BA0E003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C478683-20B0-1BA8-05AF-B99185BC4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16D032-97D4-3EF8-3DDB-14B347B1B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75EB00-89E4-28AE-E0FA-62683952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DA73-9201-46EA-901E-2084F402AD3B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97600F-193E-9BC6-6DEC-D34912CA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7AB4FC-D57A-F049-16EA-D1B16F4B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205D-7649-4167-BDB0-612DD8CA4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1857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BCB252-FBD8-65E8-F3BD-BFEB60499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500663-94D9-111A-72DF-9C53A1FD6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5DB009-0821-92E3-2F4E-3344B5033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DA73-9201-46EA-901E-2084F402AD3B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2AB424-BA79-E560-9D1A-9F1C6BEB3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2F34BB-757F-F9DF-E8FD-FDDFA853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205D-7649-4167-BDB0-612DD8CA4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3568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A20736-EB46-933E-E21F-A9C433907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C74EE48-FE69-B250-193D-C88856084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62149D-13D6-25A0-0D23-2C019C1D9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DA73-9201-46EA-901E-2084F402AD3B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BC4F74-2280-2963-0C4E-2E286B3A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7F9BB8-A15E-3276-7043-CD7AE6DAF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205D-7649-4167-BDB0-612DD8CA4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388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713B546-3266-01F4-1873-CC8E27156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CB23EA-11EB-3679-7C21-18FD2B975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7498DD-5EAA-8784-C92F-63C750D7E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DDA73-9201-46EA-901E-2084F402AD3B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D8EBD6-AF93-4CE2-7CC7-2561853AC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D1AF0E-D271-8ADE-DA03-1B24FFB29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F205D-7649-4167-BDB0-612DD8CA4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5987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21AB1C-785B-563A-5DAD-E5BEEF140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7841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ダンジョンメーカー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8A0854-01C8-2B6A-F3A0-61F0D1A36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987424"/>
            <a:ext cx="10515600" cy="5123443"/>
          </a:xfrm>
        </p:spPr>
        <p:txBody>
          <a:bodyPr>
            <a:normAutofit fontScale="92500" lnSpcReduction="20000"/>
          </a:bodyPr>
          <a:lstStyle/>
          <a:p>
            <a:r>
              <a:rPr kumimoji="1" lang="ja-JP" altLang="en-US" dirty="0"/>
              <a:t>ルール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</a:t>
            </a:r>
            <a:r>
              <a:rPr kumimoji="1" lang="en-US" altLang="ja-JP" dirty="0"/>
              <a:t>2</a:t>
            </a:r>
            <a:r>
              <a:rPr kumimoji="1" lang="ja-JP" altLang="en-US" dirty="0"/>
              <a:t>人以上でプレイ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ダンジョンマスターを一人設定</a:t>
            </a:r>
            <a:r>
              <a:rPr lang="en-US" altLang="ja-JP" dirty="0"/>
              <a:t>(1</a:t>
            </a:r>
            <a:r>
              <a:rPr lang="ja-JP" altLang="en-US" dirty="0"/>
              <a:t>ゲームごとに交代</a:t>
            </a:r>
            <a:r>
              <a:rPr lang="en-US" altLang="ja-JP" dirty="0"/>
              <a:t>) </a:t>
            </a:r>
          </a:p>
          <a:p>
            <a:pPr marL="0" indent="0">
              <a:buNone/>
            </a:pPr>
            <a:r>
              <a:rPr kumimoji="1" lang="ja-JP" altLang="en-US" dirty="0"/>
              <a:t>　</a:t>
            </a:r>
            <a:r>
              <a:rPr lang="ja-JP" altLang="en-US" dirty="0"/>
              <a:t>そのほかのプレイヤーは冒険者としてプレイ </a:t>
            </a:r>
            <a:endParaRPr lang="en-US" altLang="ja-JP" dirty="0"/>
          </a:p>
          <a:p>
            <a:pPr>
              <a:buNone/>
            </a:pPr>
            <a:r>
              <a:rPr kumimoji="1" lang="ja-JP" altLang="en-US" dirty="0"/>
              <a:t>　</a:t>
            </a:r>
            <a:r>
              <a:rPr lang="ja-JP" altLang="en-US" dirty="0"/>
              <a:t>ゲームマスターは </a:t>
            </a:r>
            <a:r>
              <a:rPr lang="en-US" altLang="ja-JP" dirty="0"/>
              <a:t> </a:t>
            </a:r>
            <a:r>
              <a:rPr lang="ja-JP" altLang="en-US" dirty="0"/>
              <a:t>モンスター、罠、扉</a:t>
            </a:r>
            <a:r>
              <a:rPr lang="en-US" altLang="ja-JP" dirty="0"/>
              <a:t>(</a:t>
            </a:r>
            <a:r>
              <a:rPr lang="ja-JP" altLang="en-US" dirty="0"/>
              <a:t>それぞれ</a:t>
            </a:r>
            <a:r>
              <a:rPr lang="en-US" altLang="ja-JP" dirty="0"/>
              <a:t>2</a:t>
            </a:r>
            <a:r>
              <a:rPr lang="ja-JP" altLang="en-US" dirty="0"/>
              <a:t>枚ずつ計</a:t>
            </a:r>
            <a:r>
              <a:rPr lang="en-US" altLang="ja-JP" dirty="0"/>
              <a:t>6</a:t>
            </a:r>
            <a:r>
              <a:rPr lang="ja-JP" altLang="en-US" dirty="0"/>
              <a:t>枚</a:t>
            </a:r>
            <a:r>
              <a:rPr lang="en-US" altLang="ja-JP" dirty="0"/>
              <a:t>) </a:t>
            </a:r>
            <a:r>
              <a:rPr lang="ja-JP" altLang="en-US" dirty="0"/>
              <a:t>をはじめに</a:t>
            </a:r>
            <a:r>
              <a:rPr lang="en-US" altLang="ja-JP" dirty="0"/>
              <a:t>5</a:t>
            </a:r>
            <a:r>
              <a:rPr lang="ja-JP" altLang="en-US" dirty="0"/>
              <a:t>枚セットする </a:t>
            </a:r>
            <a:endParaRPr lang="en-US" altLang="ja-JP" dirty="0"/>
          </a:p>
          <a:p>
            <a:pPr>
              <a:buNone/>
            </a:pPr>
            <a:r>
              <a:rPr lang="ja-JP" altLang="en-US" dirty="0"/>
              <a:t>　</a:t>
            </a:r>
          </a:p>
          <a:p>
            <a:pPr>
              <a:buNone/>
            </a:pPr>
            <a:r>
              <a:rPr lang="ja-JP" altLang="en-US" dirty="0"/>
              <a:t>　はじめに扉をセットして冒険者を追い返した場合 </a:t>
            </a:r>
          </a:p>
          <a:p>
            <a:pPr>
              <a:buNone/>
            </a:pPr>
            <a:r>
              <a:rPr lang="ja-JP" altLang="en-US" dirty="0"/>
              <a:t>　冒険者が逃げ帰ったと見なし脱落冒険者</a:t>
            </a:r>
            <a:r>
              <a:rPr lang="en-US" altLang="ja-JP" dirty="0"/>
              <a:t>1</a:t>
            </a:r>
            <a:r>
              <a:rPr lang="ja-JP" altLang="en-US" dirty="0"/>
              <a:t>人につきボーナスとして冒険者から</a:t>
            </a:r>
            <a:r>
              <a:rPr lang="en-US" altLang="ja-JP" dirty="0"/>
              <a:t>1</a:t>
            </a:r>
            <a:r>
              <a:rPr lang="ja-JP" altLang="en-US" dirty="0"/>
              <a:t>ポイントを得る </a:t>
            </a:r>
          </a:p>
          <a:p>
            <a:pPr>
              <a:buNone/>
            </a:pPr>
            <a:r>
              <a:rPr lang="ja-JP" altLang="en-US" dirty="0"/>
              <a:t>　最後にモンスターをセットしていた場合 </a:t>
            </a:r>
          </a:p>
          <a:p>
            <a:pPr>
              <a:buNone/>
            </a:pPr>
            <a:r>
              <a:rPr lang="ja-JP" altLang="en-US" dirty="0"/>
              <a:t>　冒険者が全滅、撤退し宝物にたどり着けなかった時冒険者の</a:t>
            </a:r>
            <a:r>
              <a:rPr lang="en-US" altLang="ja-JP" dirty="0"/>
              <a:t>1</a:t>
            </a:r>
            <a:r>
              <a:rPr lang="ja-JP" altLang="en-US" dirty="0"/>
              <a:t>人につきボーナスとして泉</a:t>
            </a:r>
            <a:r>
              <a:rPr lang="en-US" altLang="ja-JP" dirty="0"/>
              <a:t>1</a:t>
            </a:r>
            <a:r>
              <a:rPr lang="ja-JP" altLang="en-US" dirty="0"/>
              <a:t>ポイントを得る 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CD590AC-0ACB-DE64-7530-89176BB3213F}"/>
              </a:ext>
            </a:extLst>
          </p:cNvPr>
          <p:cNvSpPr txBox="1"/>
          <p:nvPr/>
        </p:nvSpPr>
        <p:spPr>
          <a:xfrm>
            <a:off x="11421423" y="-656779"/>
            <a:ext cx="6221184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ja-JP" altLang="en-US" dirty="0"/>
          </a:p>
          <a:p>
            <a:pPr>
              <a:buNone/>
            </a:pPr>
            <a:r>
              <a:rPr lang="ja-JP" altLang="en-US" dirty="0"/>
              <a:t>ゲームの企画をしたのでこれのプロトタイプを</a:t>
            </a:r>
            <a:r>
              <a:rPr lang="en-US" altLang="ja-JP" dirty="0"/>
              <a:t>Python</a:t>
            </a:r>
            <a:r>
              <a:rPr lang="ja-JP" altLang="en-US" dirty="0"/>
              <a:t>で作って</a:t>
            </a:r>
          </a:p>
          <a:p>
            <a:pPr>
              <a:buNone/>
            </a:pPr>
            <a:r>
              <a:rPr lang="ja-JP" altLang="en-US" dirty="0"/>
              <a:t>タイトル</a:t>
            </a:r>
          </a:p>
          <a:p>
            <a:pPr>
              <a:buNone/>
            </a:pPr>
            <a:r>
              <a:rPr lang="ja-JP" altLang="en-US" dirty="0"/>
              <a:t>＞ダンジョンメーカー</a:t>
            </a:r>
          </a:p>
          <a:p>
            <a:pPr>
              <a:buNone/>
            </a:pPr>
            <a:r>
              <a:rPr lang="ja-JP" altLang="en-US" dirty="0"/>
              <a:t>ルール </a:t>
            </a:r>
          </a:p>
          <a:p>
            <a:pPr>
              <a:buNone/>
            </a:pPr>
            <a:r>
              <a:rPr lang="en-US" altLang="ja-JP" dirty="0"/>
              <a:t>&gt; 2</a:t>
            </a:r>
            <a:r>
              <a:rPr lang="ja-JP" altLang="en-US" dirty="0"/>
              <a:t>人以上でプレイ可能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ダンジョンマスターを一人設定</a:t>
            </a:r>
            <a:r>
              <a:rPr lang="en-US" altLang="ja-JP" dirty="0"/>
              <a:t>(1</a:t>
            </a:r>
            <a:r>
              <a:rPr lang="ja-JP" altLang="en-US" dirty="0"/>
              <a:t>ゲームごとに交代</a:t>
            </a:r>
            <a:r>
              <a:rPr lang="en-US" altLang="ja-JP" dirty="0"/>
              <a:t>)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そのほかのプレイヤーは冒険者としてプレイ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ダンジョンの泉のポイントが枯渇したら終了 </a:t>
            </a:r>
          </a:p>
          <a:p>
            <a:pPr>
              <a:buNone/>
            </a:pPr>
            <a:r>
              <a:rPr lang="ja-JP" altLang="en-US" dirty="0"/>
              <a:t>進行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ゲームマスターは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モンスター、罠、扉</a:t>
            </a:r>
            <a:r>
              <a:rPr lang="en-US" altLang="ja-JP" dirty="0"/>
              <a:t>(</a:t>
            </a:r>
            <a:r>
              <a:rPr lang="ja-JP" altLang="en-US" dirty="0"/>
              <a:t>それぞれ</a:t>
            </a:r>
            <a:r>
              <a:rPr lang="en-US" altLang="ja-JP" dirty="0"/>
              <a:t>2</a:t>
            </a:r>
            <a:r>
              <a:rPr lang="ja-JP" altLang="en-US" dirty="0"/>
              <a:t>枚ずつ計</a:t>
            </a:r>
            <a:r>
              <a:rPr lang="en-US" altLang="ja-JP" dirty="0"/>
              <a:t>6</a:t>
            </a:r>
            <a:r>
              <a:rPr lang="ja-JP" altLang="en-US" dirty="0"/>
              <a:t>枚</a:t>
            </a:r>
            <a:r>
              <a:rPr lang="en-US" altLang="ja-JP" dirty="0"/>
              <a:t>)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をはじめに</a:t>
            </a:r>
            <a:r>
              <a:rPr lang="en-US" altLang="ja-JP" dirty="0"/>
              <a:t>5</a:t>
            </a:r>
            <a:r>
              <a:rPr lang="ja-JP" altLang="en-US" dirty="0"/>
              <a:t>枚セットする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はじめに扉をセットして冒険者を追い返した場合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冒険者が逃げ帰ったと見なし脱落冒険者</a:t>
            </a:r>
            <a:r>
              <a:rPr lang="en-US" altLang="ja-JP" dirty="0"/>
              <a:t>1</a:t>
            </a:r>
            <a:r>
              <a:rPr lang="ja-JP" altLang="en-US" dirty="0"/>
              <a:t>人につきボーナスとして冒険者から</a:t>
            </a:r>
            <a:r>
              <a:rPr lang="en-US" altLang="ja-JP" dirty="0"/>
              <a:t>1</a:t>
            </a:r>
            <a:r>
              <a:rPr lang="ja-JP" altLang="en-US" dirty="0"/>
              <a:t>ポイントを得る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最後にモンスターをセットしていた場合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冒険者が全滅、撤退し宝物にたどり着けなかった時冒険者の</a:t>
            </a:r>
            <a:r>
              <a:rPr lang="en-US" altLang="ja-JP" dirty="0"/>
              <a:t>1</a:t>
            </a:r>
            <a:r>
              <a:rPr lang="ja-JP" altLang="en-US" dirty="0"/>
              <a:t>人につきボーナスとして泉</a:t>
            </a:r>
            <a:r>
              <a:rPr lang="en-US" altLang="ja-JP" dirty="0"/>
              <a:t>1</a:t>
            </a:r>
            <a:r>
              <a:rPr lang="ja-JP" altLang="en-US" dirty="0"/>
              <a:t>ポイントを得る </a:t>
            </a:r>
          </a:p>
          <a:p>
            <a:pPr>
              <a:buNone/>
            </a:pPr>
            <a:r>
              <a:rPr lang="en-US" altLang="ja-JP" dirty="0"/>
              <a:t>&gt;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冒険者は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はじめは</a:t>
            </a:r>
            <a:r>
              <a:rPr lang="en-US" altLang="ja-JP" dirty="0"/>
              <a:t>0</a:t>
            </a:r>
            <a:r>
              <a:rPr lang="ja-JP" altLang="en-US" dirty="0"/>
              <a:t>ポイントからスタート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毎ターン剣、罠解除、鍵を</a:t>
            </a:r>
            <a:r>
              <a:rPr lang="en-US" altLang="ja-JP" dirty="0"/>
              <a:t>1</a:t>
            </a:r>
            <a:r>
              <a:rPr lang="ja-JP" altLang="en-US" dirty="0"/>
              <a:t>枚選びセットする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成功すれば</a:t>
            </a:r>
            <a:r>
              <a:rPr lang="en-US" altLang="ja-JP" dirty="0"/>
              <a:t>1</a:t>
            </a:r>
            <a:r>
              <a:rPr lang="ja-JP" altLang="en-US" dirty="0"/>
              <a:t>ポイントプラスし、ゲームマスターは</a:t>
            </a:r>
            <a:r>
              <a:rPr lang="en-US" altLang="ja-JP" dirty="0"/>
              <a:t>1</a:t>
            </a:r>
            <a:r>
              <a:rPr lang="ja-JP" altLang="en-US" dirty="0"/>
              <a:t>ポイントマイナス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失敗した場合このターンでゲットした持ち点を全てゲームマスターに渡す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途中で撤退することもでき、そこまでのポイントを冒険者はゲットできる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完全制覇した時泉から</a:t>
            </a:r>
            <a:r>
              <a:rPr lang="en-US" altLang="ja-JP" dirty="0"/>
              <a:t>3</a:t>
            </a:r>
            <a:r>
              <a:rPr lang="ja-JP" altLang="en-US" dirty="0"/>
              <a:t>ポイントもらう </a:t>
            </a:r>
          </a:p>
          <a:p>
            <a:pPr>
              <a:buNone/>
            </a:pPr>
            <a:r>
              <a:rPr lang="en-US" altLang="ja-JP" dirty="0"/>
              <a:t>&gt; </a:t>
            </a:r>
          </a:p>
          <a:p>
            <a:pPr>
              <a:buNone/>
            </a:pPr>
            <a:r>
              <a:rPr lang="ja-JP" altLang="en-US" dirty="0"/>
              <a:t>一周したら</a:t>
            </a:r>
            <a:r>
              <a:rPr lang="en-US" altLang="ja-JP" dirty="0"/>
              <a:t>1</a:t>
            </a:r>
            <a:r>
              <a:rPr lang="ja-JP" altLang="en-US" dirty="0"/>
              <a:t>ラウンド終了し次の人がゲームマスターになる</a:t>
            </a:r>
          </a:p>
          <a:p>
            <a:r>
              <a:rPr lang="ja-JP" altLang="en-US" dirty="0"/>
              <a:t>ゲームマスターが一蹴したときポイントが最も多かったメンバーの勝利</a:t>
            </a:r>
          </a:p>
        </p:txBody>
      </p:sp>
    </p:spTree>
    <p:extLst>
      <p:ext uri="{BB962C8B-B14F-4D97-AF65-F5344CB8AC3E}">
        <p14:creationId xmlns:p14="http://schemas.microsoft.com/office/powerpoint/2010/main" val="184045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6432699-3313-FFAA-95BB-E6A8B6DE2EEF}"/>
              </a:ext>
            </a:extLst>
          </p:cNvPr>
          <p:cNvSpPr txBox="1"/>
          <p:nvPr/>
        </p:nvSpPr>
        <p:spPr>
          <a:xfrm>
            <a:off x="838200" y="-1603147"/>
            <a:ext cx="11353800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ja-JP" altLang="en-US" dirty="0"/>
          </a:p>
          <a:p>
            <a:pPr>
              <a:buNone/>
            </a:pPr>
            <a:r>
              <a:rPr lang="ja-JP" altLang="en-US" dirty="0"/>
              <a:t>ゲームの企画をしたのでこれのプロトタイプを</a:t>
            </a:r>
            <a:r>
              <a:rPr lang="en-US" altLang="ja-JP" dirty="0"/>
              <a:t>Python</a:t>
            </a:r>
            <a:r>
              <a:rPr lang="ja-JP" altLang="en-US" dirty="0"/>
              <a:t>で作って</a:t>
            </a:r>
          </a:p>
          <a:p>
            <a:pPr>
              <a:buNone/>
            </a:pPr>
            <a:r>
              <a:rPr lang="ja-JP" altLang="en-US" dirty="0"/>
              <a:t>タイトル</a:t>
            </a:r>
          </a:p>
          <a:p>
            <a:pPr>
              <a:buNone/>
            </a:pPr>
            <a:r>
              <a:rPr lang="ja-JP" altLang="en-US" dirty="0"/>
              <a:t>＞ダンジョンメーカー</a:t>
            </a:r>
            <a:endParaRPr lang="en-US" altLang="ja-JP" dirty="0"/>
          </a:p>
          <a:p>
            <a:pPr>
              <a:buNone/>
            </a:pPr>
            <a:endParaRPr lang="ja-JP" altLang="en-US" dirty="0"/>
          </a:p>
          <a:p>
            <a:pPr>
              <a:buNone/>
            </a:pPr>
            <a:r>
              <a:rPr lang="ja-JP" altLang="en-US" dirty="0"/>
              <a:t>ルール </a:t>
            </a:r>
          </a:p>
          <a:p>
            <a:pPr>
              <a:buNone/>
            </a:pPr>
            <a:r>
              <a:rPr lang="en-US" altLang="ja-JP" dirty="0"/>
              <a:t>&gt; 2</a:t>
            </a:r>
            <a:r>
              <a:rPr lang="ja-JP" altLang="en-US" dirty="0"/>
              <a:t>人でプレイ可能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ダンジョンマスターを一人設定</a:t>
            </a:r>
            <a:r>
              <a:rPr lang="en-US" altLang="ja-JP" dirty="0"/>
              <a:t>(1</a:t>
            </a:r>
            <a:r>
              <a:rPr lang="ja-JP" altLang="en-US" dirty="0"/>
              <a:t>ゲームごとに交代</a:t>
            </a:r>
            <a:r>
              <a:rPr lang="en-US" altLang="ja-JP" dirty="0"/>
              <a:t>)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そのほかのプレイヤーは冒険者としてプレイ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ダンジョンマスターはポイント（</a:t>
            </a:r>
            <a:r>
              <a:rPr lang="en-US" altLang="ja-JP" dirty="0"/>
              <a:t>10</a:t>
            </a:r>
            <a:r>
              <a:rPr lang="ja-JP" altLang="en-US"/>
              <a:t>ポイント）が</a:t>
            </a:r>
            <a:r>
              <a:rPr lang="ja-JP" altLang="en-US" dirty="0"/>
              <a:t>枯渇したらターンを交代</a:t>
            </a:r>
            <a:endParaRPr lang="en-US" altLang="ja-JP" dirty="0"/>
          </a:p>
          <a:p>
            <a:pPr>
              <a:buNone/>
            </a:pPr>
            <a:r>
              <a:rPr lang="en-US" altLang="ja-JP" dirty="0"/>
              <a:t>&gt;</a:t>
            </a:r>
            <a:r>
              <a:rPr lang="ja-JP" altLang="en-US" dirty="0"/>
              <a:t>ターンが</a:t>
            </a:r>
            <a:r>
              <a:rPr lang="en-US" altLang="ja-JP" dirty="0"/>
              <a:t>3</a:t>
            </a:r>
            <a:r>
              <a:rPr lang="ja-JP" altLang="en-US" dirty="0"/>
              <a:t>周したときにポイントが多いほうが勝利</a:t>
            </a:r>
            <a:endParaRPr lang="en-US" altLang="ja-JP" dirty="0"/>
          </a:p>
          <a:p>
            <a:pPr>
              <a:buNone/>
            </a:pPr>
            <a:r>
              <a:rPr lang="en-US" altLang="ja-JP" dirty="0"/>
              <a:t>&gt;</a:t>
            </a:r>
            <a:endParaRPr lang="ja-JP" altLang="en-US" dirty="0"/>
          </a:p>
          <a:p>
            <a:pPr>
              <a:buNone/>
            </a:pPr>
            <a:endParaRPr lang="en-US" altLang="ja-JP" dirty="0"/>
          </a:p>
          <a:p>
            <a:pPr>
              <a:buNone/>
            </a:pPr>
            <a:r>
              <a:rPr lang="ja-JP" altLang="en-US" dirty="0"/>
              <a:t>進行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ゲームマスターは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モンスター、罠、扉</a:t>
            </a:r>
            <a:r>
              <a:rPr lang="en-US" altLang="ja-JP" dirty="0"/>
              <a:t>(</a:t>
            </a:r>
            <a:r>
              <a:rPr lang="ja-JP" altLang="en-US" dirty="0"/>
              <a:t>それぞれ</a:t>
            </a:r>
            <a:r>
              <a:rPr lang="en-US" altLang="ja-JP" dirty="0"/>
              <a:t>2</a:t>
            </a:r>
            <a:r>
              <a:rPr lang="ja-JP" altLang="en-US" dirty="0"/>
              <a:t>枚ずつ計</a:t>
            </a:r>
            <a:r>
              <a:rPr lang="en-US" altLang="ja-JP" dirty="0"/>
              <a:t>6</a:t>
            </a:r>
            <a:r>
              <a:rPr lang="ja-JP" altLang="en-US" dirty="0"/>
              <a:t>枚</a:t>
            </a:r>
            <a:r>
              <a:rPr lang="en-US" altLang="ja-JP" dirty="0"/>
              <a:t>)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をはじめに</a:t>
            </a:r>
            <a:r>
              <a:rPr lang="en-US" altLang="ja-JP" dirty="0"/>
              <a:t>5</a:t>
            </a:r>
            <a:r>
              <a:rPr lang="ja-JP" altLang="en-US" dirty="0"/>
              <a:t>枚セットする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はじめに扉をセットして冒険者を追い返した場合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冒険者が逃げ帰ったと見なし脱落冒険者</a:t>
            </a:r>
            <a:r>
              <a:rPr lang="en-US" altLang="ja-JP" dirty="0"/>
              <a:t>1</a:t>
            </a:r>
            <a:r>
              <a:rPr lang="ja-JP" altLang="en-US" dirty="0"/>
              <a:t>人につきボーナスとして冒険者から</a:t>
            </a:r>
            <a:r>
              <a:rPr lang="en-US" altLang="ja-JP" dirty="0"/>
              <a:t>1</a:t>
            </a:r>
            <a:r>
              <a:rPr lang="ja-JP" altLang="en-US" dirty="0"/>
              <a:t>ポイントを得る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最後にモンスターをセットしていた場合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冒険者が全滅、撤退し宝物にたどり着けなかった時冒険者の</a:t>
            </a:r>
            <a:r>
              <a:rPr lang="en-US" altLang="ja-JP" dirty="0"/>
              <a:t>1</a:t>
            </a:r>
            <a:r>
              <a:rPr lang="ja-JP" altLang="en-US" dirty="0"/>
              <a:t>人につきボーナスとして泉</a:t>
            </a:r>
            <a:r>
              <a:rPr lang="en-US" altLang="ja-JP" dirty="0"/>
              <a:t>1</a:t>
            </a:r>
            <a:r>
              <a:rPr lang="ja-JP" altLang="en-US" dirty="0"/>
              <a:t>ポイントを得る </a:t>
            </a:r>
          </a:p>
          <a:p>
            <a:pPr>
              <a:buNone/>
            </a:pPr>
            <a:r>
              <a:rPr lang="en-US" altLang="ja-JP" dirty="0"/>
              <a:t>&gt;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冒険者は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はじめは</a:t>
            </a:r>
            <a:r>
              <a:rPr lang="en-US" altLang="ja-JP" dirty="0"/>
              <a:t>0</a:t>
            </a:r>
            <a:r>
              <a:rPr lang="ja-JP" altLang="en-US" dirty="0"/>
              <a:t>ポイントからスタート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毎ターン剣、罠解除、鍵を</a:t>
            </a:r>
            <a:r>
              <a:rPr lang="en-US" altLang="ja-JP" dirty="0"/>
              <a:t>1</a:t>
            </a:r>
            <a:r>
              <a:rPr lang="ja-JP" altLang="en-US" dirty="0"/>
              <a:t>枚選びセットする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成功すれば</a:t>
            </a:r>
            <a:r>
              <a:rPr lang="en-US" altLang="ja-JP" dirty="0"/>
              <a:t>1</a:t>
            </a:r>
            <a:r>
              <a:rPr lang="ja-JP" altLang="en-US" dirty="0"/>
              <a:t>ポイントプラスし、ゲームマスターは</a:t>
            </a:r>
            <a:r>
              <a:rPr lang="en-US" altLang="ja-JP" dirty="0"/>
              <a:t>1</a:t>
            </a:r>
            <a:r>
              <a:rPr lang="ja-JP" altLang="en-US" dirty="0"/>
              <a:t>ポイントマイナス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失敗した場合このターンでゲットした持ち点を全てゲームマスターに渡す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途中で撤退することもでき、そこまでのポイントを冒険者はゲットできる </a:t>
            </a:r>
          </a:p>
          <a:p>
            <a:pPr>
              <a:buNone/>
            </a:pPr>
            <a:r>
              <a:rPr lang="en-US" altLang="ja-JP" dirty="0"/>
              <a:t>&gt; </a:t>
            </a:r>
            <a:r>
              <a:rPr lang="ja-JP" altLang="en-US" dirty="0"/>
              <a:t>完全制覇した時泉から</a:t>
            </a:r>
            <a:r>
              <a:rPr lang="en-US" altLang="ja-JP" dirty="0"/>
              <a:t>3</a:t>
            </a:r>
            <a:r>
              <a:rPr lang="ja-JP" altLang="en-US" dirty="0"/>
              <a:t>ポイントもらう </a:t>
            </a:r>
          </a:p>
          <a:p>
            <a:pPr>
              <a:buNone/>
            </a:pPr>
            <a:r>
              <a:rPr lang="en-US" altLang="ja-JP" dirty="0"/>
              <a:t>&gt; </a:t>
            </a:r>
          </a:p>
          <a:p>
            <a:pPr>
              <a:buNone/>
            </a:pPr>
            <a:r>
              <a:rPr lang="ja-JP" altLang="en-US" dirty="0"/>
              <a:t>一周したら</a:t>
            </a:r>
            <a:r>
              <a:rPr lang="en-US" altLang="ja-JP" dirty="0"/>
              <a:t>1</a:t>
            </a:r>
            <a:r>
              <a:rPr lang="ja-JP" altLang="en-US" dirty="0"/>
              <a:t>ラウンド終了し次の人がゲームマスターになる</a:t>
            </a:r>
          </a:p>
          <a:p>
            <a:r>
              <a:rPr lang="ja-JP" altLang="en-US" dirty="0"/>
              <a:t>ゲームマスターが一蹴したときポイントが最も多かったメンバーの勝利</a:t>
            </a:r>
          </a:p>
        </p:txBody>
      </p:sp>
    </p:spTree>
    <p:extLst>
      <p:ext uri="{BB962C8B-B14F-4D97-AF65-F5344CB8AC3E}">
        <p14:creationId xmlns:p14="http://schemas.microsoft.com/office/powerpoint/2010/main" val="148206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67643</TotalTime>
  <Words>644</Words>
  <Application>Microsoft Office PowerPoint</Application>
  <PresentationFormat>ワイド画面</PresentationFormat>
  <Paragraphs>71</Paragraphs>
  <Slides>2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ダンジョンメーカー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syunya imamura</dc:creator>
  <cp:lastModifiedBy>syunya imamura</cp:lastModifiedBy>
  <cp:revision>1</cp:revision>
  <dcterms:created xsi:type="dcterms:W3CDTF">2025-05-08T15:08:51Z</dcterms:created>
  <dcterms:modified xsi:type="dcterms:W3CDTF">2025-07-13T08:57:44Z</dcterms:modified>
</cp:coreProperties>
</file>