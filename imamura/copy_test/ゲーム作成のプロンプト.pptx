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5A3DA8-6F51-413E-9436-DDE33132F4F6}" v="45" dt="2025-04-05T10:17:11.7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5" d="100"/>
          <a:sy n="55" d="100"/>
        </p:scale>
        <p:origin x="1072" y="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yunya imamura" userId="d79b0b206f0d2f16" providerId="LiveId" clId="{EF5A3DA8-6F51-413E-9436-DDE33132F4F6}"/>
    <pc:docChg chg="undo custSel addSld delSld modSld sldOrd">
      <pc:chgData name="syunya imamura" userId="d79b0b206f0d2f16" providerId="LiveId" clId="{EF5A3DA8-6F51-413E-9436-DDE33132F4F6}" dt="2025-06-25T11:49:25.119" v="4750" actId="20577"/>
      <pc:docMkLst>
        <pc:docMk/>
      </pc:docMkLst>
      <pc:sldChg chg="addSp delSp modSp new mod">
        <pc:chgData name="syunya imamura" userId="d79b0b206f0d2f16" providerId="LiveId" clId="{EF5A3DA8-6F51-413E-9436-DDE33132F4F6}" dt="2025-04-05T08:25:45.636" v="28" actId="255"/>
        <pc:sldMkLst>
          <pc:docMk/>
          <pc:sldMk cId="2975919925" sldId="256"/>
        </pc:sldMkLst>
        <pc:spChg chg="add mod">
          <ac:chgData name="syunya imamura" userId="d79b0b206f0d2f16" providerId="LiveId" clId="{EF5A3DA8-6F51-413E-9436-DDE33132F4F6}" dt="2025-04-05T08:25:45.636" v="28" actId="255"/>
          <ac:spMkLst>
            <pc:docMk/>
            <pc:sldMk cId="2975919925" sldId="256"/>
            <ac:spMk id="4" creationId="{A3AF2B97-706E-380E-ECA9-F3867C02C9E0}"/>
          </ac:spMkLst>
        </pc:spChg>
      </pc:sldChg>
      <pc:sldChg chg="addSp delSp modSp new mod">
        <pc:chgData name="syunya imamura" userId="d79b0b206f0d2f16" providerId="LiveId" clId="{EF5A3DA8-6F51-413E-9436-DDE33132F4F6}" dt="2025-05-08T15:09:47.855" v="3596" actId="20577"/>
        <pc:sldMkLst>
          <pc:docMk/>
          <pc:sldMk cId="2686500010" sldId="257"/>
        </pc:sldMkLst>
        <pc:spChg chg="add mod">
          <ac:chgData name="syunya imamura" userId="d79b0b206f0d2f16" providerId="LiveId" clId="{EF5A3DA8-6F51-413E-9436-DDE33132F4F6}" dt="2025-05-08T15:09:47.855" v="3596" actId="20577"/>
          <ac:spMkLst>
            <pc:docMk/>
            <pc:sldMk cId="2686500010" sldId="257"/>
            <ac:spMk id="4" creationId="{C2131DB4-98A3-75D6-6D2A-D6FB6D398651}"/>
          </ac:spMkLst>
        </pc:spChg>
      </pc:sldChg>
      <pc:sldChg chg="addSp delSp modSp new mod ord modShow">
        <pc:chgData name="syunya imamura" userId="d79b0b206f0d2f16" providerId="LiveId" clId="{EF5A3DA8-6F51-413E-9436-DDE33132F4F6}" dt="2025-05-08T15:11:06.715" v="3649" actId="6549"/>
        <pc:sldMkLst>
          <pc:docMk/>
          <pc:sldMk cId="3647124067" sldId="258"/>
        </pc:sldMkLst>
        <pc:spChg chg="add mod">
          <ac:chgData name="syunya imamura" userId="d79b0b206f0d2f16" providerId="LiveId" clId="{EF5A3DA8-6F51-413E-9436-DDE33132F4F6}" dt="2025-05-08T15:11:06.715" v="3649" actId="6549"/>
          <ac:spMkLst>
            <pc:docMk/>
            <pc:sldMk cId="3647124067" sldId="258"/>
            <ac:spMk id="4" creationId="{AF7EE593-CD84-E48E-24AE-6BD2B9DA1E2E}"/>
          </ac:spMkLst>
        </pc:spChg>
      </pc:sldChg>
      <pc:sldChg chg="addSp delSp modSp new mod">
        <pc:chgData name="syunya imamura" userId="d79b0b206f0d2f16" providerId="LiveId" clId="{EF5A3DA8-6F51-413E-9436-DDE33132F4F6}" dt="2025-04-05T10:09:18.278" v="3152" actId="1076"/>
        <pc:sldMkLst>
          <pc:docMk/>
          <pc:sldMk cId="187057467" sldId="259"/>
        </pc:sldMkLst>
        <pc:spChg chg="add mod">
          <ac:chgData name="syunya imamura" userId="d79b0b206f0d2f16" providerId="LiveId" clId="{EF5A3DA8-6F51-413E-9436-DDE33132F4F6}" dt="2025-04-05T10:08:30.600" v="3142" actId="1076"/>
          <ac:spMkLst>
            <pc:docMk/>
            <pc:sldMk cId="187057467" sldId="259"/>
            <ac:spMk id="5" creationId="{A32E338F-1A7B-AC8A-E0D3-F3954C39299C}"/>
          </ac:spMkLst>
        </pc:spChg>
        <pc:spChg chg="add mod">
          <ac:chgData name="syunya imamura" userId="d79b0b206f0d2f16" providerId="LiveId" clId="{EF5A3DA8-6F51-413E-9436-DDE33132F4F6}" dt="2025-04-05T09:22:48.368" v="1664" actId="1076"/>
          <ac:spMkLst>
            <pc:docMk/>
            <pc:sldMk cId="187057467" sldId="259"/>
            <ac:spMk id="8" creationId="{3C8C97EE-D068-1C6C-ADB6-ABEF94350DD7}"/>
          </ac:spMkLst>
        </pc:spChg>
        <pc:spChg chg="add mod">
          <ac:chgData name="syunya imamura" userId="d79b0b206f0d2f16" providerId="LiveId" clId="{EF5A3DA8-6F51-413E-9436-DDE33132F4F6}" dt="2025-04-05T09:48:14.736" v="2538" actId="1076"/>
          <ac:spMkLst>
            <pc:docMk/>
            <pc:sldMk cId="187057467" sldId="259"/>
            <ac:spMk id="9" creationId="{FD0811F3-9A0D-1EF1-F57B-E873D5A2E6B6}"/>
          </ac:spMkLst>
        </pc:spChg>
        <pc:spChg chg="add mod">
          <ac:chgData name="syunya imamura" userId="d79b0b206f0d2f16" providerId="LiveId" clId="{EF5A3DA8-6F51-413E-9436-DDE33132F4F6}" dt="2025-04-05T10:08:38.833" v="3145" actId="1076"/>
          <ac:spMkLst>
            <pc:docMk/>
            <pc:sldMk cId="187057467" sldId="259"/>
            <ac:spMk id="10" creationId="{EC4DEAC9-BCE4-D539-A2AE-11E5F26EFC18}"/>
          </ac:spMkLst>
        </pc:spChg>
        <pc:spChg chg="add mod">
          <ac:chgData name="syunya imamura" userId="d79b0b206f0d2f16" providerId="LiveId" clId="{EF5A3DA8-6F51-413E-9436-DDE33132F4F6}" dt="2025-04-05T09:22:47.115" v="1663" actId="1076"/>
          <ac:spMkLst>
            <pc:docMk/>
            <pc:sldMk cId="187057467" sldId="259"/>
            <ac:spMk id="12" creationId="{6155D0BD-2273-A1D5-E033-82FA28BC6A5D}"/>
          </ac:spMkLst>
        </pc:spChg>
        <pc:spChg chg="add mod">
          <ac:chgData name="syunya imamura" userId="d79b0b206f0d2f16" providerId="LiveId" clId="{EF5A3DA8-6F51-413E-9436-DDE33132F4F6}" dt="2025-04-05T09:22:52.291" v="1666" actId="1076"/>
          <ac:spMkLst>
            <pc:docMk/>
            <pc:sldMk cId="187057467" sldId="259"/>
            <ac:spMk id="13" creationId="{4DCE68C7-22A1-DCA5-272A-8B1790657487}"/>
          </ac:spMkLst>
        </pc:spChg>
        <pc:spChg chg="add mod">
          <ac:chgData name="syunya imamura" userId="d79b0b206f0d2f16" providerId="LiveId" clId="{EF5A3DA8-6F51-413E-9436-DDE33132F4F6}" dt="2025-04-05T10:09:10.709" v="3151" actId="207"/>
          <ac:spMkLst>
            <pc:docMk/>
            <pc:sldMk cId="187057467" sldId="259"/>
            <ac:spMk id="16" creationId="{1DB57B8F-CD59-DB9C-663B-F961F337F9E6}"/>
          </ac:spMkLst>
        </pc:spChg>
        <pc:spChg chg="add mod">
          <ac:chgData name="syunya imamura" userId="d79b0b206f0d2f16" providerId="LiveId" clId="{EF5A3DA8-6F51-413E-9436-DDE33132F4F6}" dt="2025-04-05T10:08:24.267" v="3141" actId="1076"/>
          <ac:spMkLst>
            <pc:docMk/>
            <pc:sldMk cId="187057467" sldId="259"/>
            <ac:spMk id="19" creationId="{4EDBB184-E67E-2168-F3D6-B00B0FCDA8FD}"/>
          </ac:spMkLst>
        </pc:spChg>
        <pc:spChg chg="add ord">
          <ac:chgData name="syunya imamura" userId="d79b0b206f0d2f16" providerId="LiveId" clId="{EF5A3DA8-6F51-413E-9436-DDE33132F4F6}" dt="2025-04-05T10:09:01.784" v="3149" actId="167"/>
          <ac:spMkLst>
            <pc:docMk/>
            <pc:sldMk cId="187057467" sldId="259"/>
            <ac:spMk id="20" creationId="{D93C2F1D-EF1F-3F1C-382C-3AA310F8C450}"/>
          </ac:spMkLst>
        </pc:spChg>
        <pc:picChg chg="add mod">
          <ac:chgData name="syunya imamura" userId="d79b0b206f0d2f16" providerId="LiveId" clId="{EF5A3DA8-6F51-413E-9436-DDE33132F4F6}" dt="2025-04-05T10:09:18.278" v="3152" actId="1076"/>
          <ac:picMkLst>
            <pc:docMk/>
            <pc:sldMk cId="187057467" sldId="259"/>
            <ac:picMk id="7" creationId="{A89D1E62-65F3-4611-81B6-0B867F778A9B}"/>
          </ac:picMkLst>
        </pc:picChg>
        <pc:picChg chg="add mod">
          <ac:chgData name="syunya imamura" userId="d79b0b206f0d2f16" providerId="LiveId" clId="{EF5A3DA8-6F51-413E-9436-DDE33132F4F6}" dt="2025-04-05T10:08:39.532" v="3146" actId="1076"/>
          <ac:picMkLst>
            <pc:docMk/>
            <pc:sldMk cId="187057467" sldId="259"/>
            <ac:picMk id="15" creationId="{AE29CF0C-57A1-2B36-B494-19F4CD25E489}"/>
          </ac:picMkLst>
        </pc:picChg>
      </pc:sldChg>
      <pc:sldChg chg="addSp delSp modSp new mod">
        <pc:chgData name="syunya imamura" userId="d79b0b206f0d2f16" providerId="LiveId" clId="{EF5A3DA8-6F51-413E-9436-DDE33132F4F6}" dt="2025-04-05T10:00:06.630" v="2725" actId="1076"/>
        <pc:sldMkLst>
          <pc:docMk/>
          <pc:sldMk cId="1989183466" sldId="260"/>
        </pc:sldMkLst>
        <pc:spChg chg="add mod">
          <ac:chgData name="syunya imamura" userId="d79b0b206f0d2f16" providerId="LiveId" clId="{EF5A3DA8-6F51-413E-9436-DDE33132F4F6}" dt="2025-04-05T09:27:10.613" v="1764" actId="14100"/>
          <ac:spMkLst>
            <pc:docMk/>
            <pc:sldMk cId="1989183466" sldId="260"/>
            <ac:spMk id="7" creationId="{7253CC80-80A8-8C61-558A-3E209A678677}"/>
          </ac:spMkLst>
        </pc:spChg>
        <pc:spChg chg="add mod">
          <ac:chgData name="syunya imamura" userId="d79b0b206f0d2f16" providerId="LiveId" clId="{EF5A3DA8-6F51-413E-9436-DDE33132F4F6}" dt="2025-04-05T09:28:29.288" v="1838" actId="1076"/>
          <ac:spMkLst>
            <pc:docMk/>
            <pc:sldMk cId="1989183466" sldId="260"/>
            <ac:spMk id="10" creationId="{0F71D9B2-D5D9-6B02-1BEE-860045B49A16}"/>
          </ac:spMkLst>
        </pc:spChg>
        <pc:spChg chg="add mod">
          <ac:chgData name="syunya imamura" userId="d79b0b206f0d2f16" providerId="LiveId" clId="{EF5A3DA8-6F51-413E-9436-DDE33132F4F6}" dt="2025-04-05T10:00:06.630" v="2725" actId="1076"/>
          <ac:spMkLst>
            <pc:docMk/>
            <pc:sldMk cId="1989183466" sldId="260"/>
            <ac:spMk id="11" creationId="{23803018-611F-E394-B6FA-C826F9D76722}"/>
          </ac:spMkLst>
        </pc:spChg>
        <pc:spChg chg="add mod">
          <ac:chgData name="syunya imamura" userId="d79b0b206f0d2f16" providerId="LiveId" clId="{EF5A3DA8-6F51-413E-9436-DDE33132F4F6}" dt="2025-04-05T09:42:02.082" v="2280" actId="1076"/>
          <ac:spMkLst>
            <pc:docMk/>
            <pc:sldMk cId="1989183466" sldId="260"/>
            <ac:spMk id="16" creationId="{322B7278-4029-A2B9-1C5A-F46D35557280}"/>
          </ac:spMkLst>
        </pc:spChg>
        <pc:spChg chg="add mod">
          <ac:chgData name="syunya imamura" userId="d79b0b206f0d2f16" providerId="LiveId" clId="{EF5A3DA8-6F51-413E-9436-DDE33132F4F6}" dt="2025-04-05T09:42:16.330" v="2283" actId="1076"/>
          <ac:spMkLst>
            <pc:docMk/>
            <pc:sldMk cId="1989183466" sldId="260"/>
            <ac:spMk id="20" creationId="{B80907AC-A872-8197-260F-EBB322805B65}"/>
          </ac:spMkLst>
        </pc:spChg>
        <pc:spChg chg="add mod">
          <ac:chgData name="syunya imamura" userId="d79b0b206f0d2f16" providerId="LiveId" clId="{EF5A3DA8-6F51-413E-9436-DDE33132F4F6}" dt="2025-04-05T09:41:29.866" v="2273" actId="1076"/>
          <ac:spMkLst>
            <pc:docMk/>
            <pc:sldMk cId="1989183466" sldId="260"/>
            <ac:spMk id="24" creationId="{6D859115-5D26-94C7-9424-729AC1A14432}"/>
          </ac:spMkLst>
        </pc:spChg>
        <pc:spChg chg="add mod">
          <ac:chgData name="syunya imamura" userId="d79b0b206f0d2f16" providerId="LiveId" clId="{EF5A3DA8-6F51-413E-9436-DDE33132F4F6}" dt="2025-04-05T09:41:35.057" v="2274" actId="164"/>
          <ac:spMkLst>
            <pc:docMk/>
            <pc:sldMk cId="1989183466" sldId="260"/>
            <ac:spMk id="25" creationId="{0314B95F-CE53-F386-04BB-3E0FA64F47C8}"/>
          </ac:spMkLst>
        </pc:spChg>
        <pc:spChg chg="add mod">
          <ac:chgData name="syunya imamura" userId="d79b0b206f0d2f16" providerId="LiveId" clId="{EF5A3DA8-6F51-413E-9436-DDE33132F4F6}" dt="2025-04-05T09:41:35.057" v="2274" actId="164"/>
          <ac:spMkLst>
            <pc:docMk/>
            <pc:sldMk cId="1989183466" sldId="260"/>
            <ac:spMk id="26" creationId="{4BCC3FA6-DA8D-825D-E663-DCA9459A0198}"/>
          </ac:spMkLst>
        </pc:spChg>
        <pc:spChg chg="add mod ord">
          <ac:chgData name="syunya imamura" userId="d79b0b206f0d2f16" providerId="LiveId" clId="{EF5A3DA8-6F51-413E-9436-DDE33132F4F6}" dt="2025-04-05T09:42:24.922" v="2285" actId="14100"/>
          <ac:spMkLst>
            <pc:docMk/>
            <pc:sldMk cId="1989183466" sldId="260"/>
            <ac:spMk id="28" creationId="{CE186D1A-E2ED-0076-57B4-C4051353A83C}"/>
          </ac:spMkLst>
        </pc:spChg>
        <pc:grpChg chg="add mod">
          <ac:chgData name="syunya imamura" userId="d79b0b206f0d2f16" providerId="LiveId" clId="{EF5A3DA8-6F51-413E-9436-DDE33132F4F6}" dt="2025-04-05T09:41:43.299" v="2276" actId="1076"/>
          <ac:grpSpMkLst>
            <pc:docMk/>
            <pc:sldMk cId="1989183466" sldId="260"/>
            <ac:grpSpMk id="27" creationId="{FED70BFB-CA9D-AFB1-F8B4-492F6502C2CD}"/>
          </ac:grpSpMkLst>
        </pc:grpChg>
        <pc:picChg chg="add mod">
          <ac:chgData name="syunya imamura" userId="d79b0b206f0d2f16" providerId="LiveId" clId="{EF5A3DA8-6F51-413E-9436-DDE33132F4F6}" dt="2025-04-05T09:28:24.742" v="1836" actId="1076"/>
          <ac:picMkLst>
            <pc:docMk/>
            <pc:sldMk cId="1989183466" sldId="260"/>
            <ac:picMk id="9" creationId="{68144F19-929C-53C7-4F4C-FE6795FAE133}"/>
          </ac:picMkLst>
        </pc:picChg>
        <pc:picChg chg="add mod">
          <ac:chgData name="syunya imamura" userId="d79b0b206f0d2f16" providerId="LiveId" clId="{EF5A3DA8-6F51-413E-9436-DDE33132F4F6}" dt="2025-04-05T09:37:56.114" v="2029" actId="1076"/>
          <ac:picMkLst>
            <pc:docMk/>
            <pc:sldMk cId="1989183466" sldId="260"/>
            <ac:picMk id="13" creationId="{128B868C-B3D3-CCAB-4DA5-F8FBA48292C7}"/>
          </ac:picMkLst>
        </pc:picChg>
        <pc:picChg chg="add mod">
          <ac:chgData name="syunya imamura" userId="d79b0b206f0d2f16" providerId="LiveId" clId="{EF5A3DA8-6F51-413E-9436-DDE33132F4F6}" dt="2025-04-05T09:42:03.859" v="2281" actId="1076"/>
          <ac:picMkLst>
            <pc:docMk/>
            <pc:sldMk cId="1989183466" sldId="260"/>
            <ac:picMk id="15" creationId="{E7B9B5EB-47DB-A03B-8D85-86228A9C9E93}"/>
          </ac:picMkLst>
        </pc:picChg>
        <pc:picChg chg="add mod">
          <ac:chgData name="syunya imamura" userId="d79b0b206f0d2f16" providerId="LiveId" clId="{EF5A3DA8-6F51-413E-9436-DDE33132F4F6}" dt="2025-04-05T09:41:35.057" v="2274" actId="164"/>
          <ac:picMkLst>
            <pc:docMk/>
            <pc:sldMk cId="1989183466" sldId="260"/>
            <ac:picMk id="21" creationId="{BCE425B4-DCCC-7889-BE2B-B2890306B9C9}"/>
          </ac:picMkLst>
        </pc:picChg>
        <pc:picChg chg="add mod">
          <ac:chgData name="syunya imamura" userId="d79b0b206f0d2f16" providerId="LiveId" clId="{EF5A3DA8-6F51-413E-9436-DDE33132F4F6}" dt="2025-04-05T09:41:35.057" v="2274" actId="164"/>
          <ac:picMkLst>
            <pc:docMk/>
            <pc:sldMk cId="1989183466" sldId="260"/>
            <ac:picMk id="22" creationId="{C5F39F95-F384-8EEE-733E-CA9FC6DA8880}"/>
          </ac:picMkLst>
        </pc:picChg>
        <pc:picChg chg="add mod">
          <ac:chgData name="syunya imamura" userId="d79b0b206f0d2f16" providerId="LiveId" clId="{EF5A3DA8-6F51-413E-9436-DDE33132F4F6}" dt="2025-04-05T09:41:35.057" v="2274" actId="164"/>
          <ac:picMkLst>
            <pc:docMk/>
            <pc:sldMk cId="1989183466" sldId="260"/>
            <ac:picMk id="23" creationId="{3D13C491-7DF4-B164-01AB-C6CEE565FC74}"/>
          </ac:picMkLst>
        </pc:picChg>
      </pc:sldChg>
      <pc:sldChg chg="addSp delSp modSp new mod">
        <pc:chgData name="syunya imamura" userId="d79b0b206f0d2f16" providerId="LiveId" clId="{EF5A3DA8-6F51-413E-9436-DDE33132F4F6}" dt="2025-04-05T10:16:37.359" v="3487" actId="21"/>
        <pc:sldMkLst>
          <pc:docMk/>
          <pc:sldMk cId="1473349535" sldId="261"/>
        </pc:sldMkLst>
        <pc:spChg chg="add mod">
          <ac:chgData name="syunya imamura" userId="d79b0b206f0d2f16" providerId="LiveId" clId="{EF5A3DA8-6F51-413E-9436-DDE33132F4F6}" dt="2025-04-05T10:02:56.142" v="2942" actId="20577"/>
          <ac:spMkLst>
            <pc:docMk/>
            <pc:sldMk cId="1473349535" sldId="261"/>
            <ac:spMk id="13" creationId="{79A2A18A-0DF8-CD45-8799-56C6146AEA5B}"/>
          </ac:spMkLst>
        </pc:spChg>
        <pc:spChg chg="add mod">
          <ac:chgData name="syunya imamura" userId="d79b0b206f0d2f16" providerId="LiveId" clId="{EF5A3DA8-6F51-413E-9436-DDE33132F4F6}" dt="2025-04-05T09:43:29.902" v="2353" actId="113"/>
          <ac:spMkLst>
            <pc:docMk/>
            <pc:sldMk cId="1473349535" sldId="261"/>
            <ac:spMk id="16" creationId="{94ACEF2C-91C2-4B04-21AB-D89843D4241E}"/>
          </ac:spMkLst>
        </pc:spChg>
        <pc:picChg chg="add mod">
          <ac:chgData name="syunya imamura" userId="d79b0b206f0d2f16" providerId="LiveId" clId="{EF5A3DA8-6F51-413E-9436-DDE33132F4F6}" dt="2025-04-05T10:01:53.632" v="2843" actId="1076"/>
          <ac:picMkLst>
            <pc:docMk/>
            <pc:sldMk cId="1473349535" sldId="261"/>
            <ac:picMk id="14" creationId="{2B1905F3-F7BA-9FA8-3CF1-D70A89DFAD7E}"/>
          </ac:picMkLst>
        </pc:picChg>
        <pc:picChg chg="add mod">
          <ac:chgData name="syunya imamura" userId="d79b0b206f0d2f16" providerId="LiveId" clId="{EF5A3DA8-6F51-413E-9436-DDE33132F4F6}" dt="2025-04-05T10:01:53.632" v="2843" actId="1076"/>
          <ac:picMkLst>
            <pc:docMk/>
            <pc:sldMk cId="1473349535" sldId="261"/>
            <ac:picMk id="18" creationId="{EEFED7E8-6ECB-02B5-8072-6E2045E2EB1E}"/>
          </ac:picMkLst>
        </pc:picChg>
      </pc:sldChg>
      <pc:sldChg chg="addSp delSp modSp new mod">
        <pc:chgData name="syunya imamura" userId="d79b0b206f0d2f16" providerId="LiveId" clId="{EF5A3DA8-6F51-413E-9436-DDE33132F4F6}" dt="2025-04-05T09:58:18.342" v="2720" actId="1076"/>
        <pc:sldMkLst>
          <pc:docMk/>
          <pc:sldMk cId="992084605" sldId="262"/>
        </pc:sldMkLst>
        <pc:spChg chg="add mod">
          <ac:chgData name="syunya imamura" userId="d79b0b206f0d2f16" providerId="LiveId" clId="{EF5A3DA8-6F51-413E-9436-DDE33132F4F6}" dt="2025-04-05T09:53:13.439" v="2671" actId="1076"/>
          <ac:spMkLst>
            <pc:docMk/>
            <pc:sldMk cId="992084605" sldId="262"/>
            <ac:spMk id="5" creationId="{61A65AA4-C335-0350-32B0-12202DA83B04}"/>
          </ac:spMkLst>
        </pc:spChg>
        <pc:spChg chg="add mod">
          <ac:chgData name="syunya imamura" userId="d79b0b206f0d2f16" providerId="LiveId" clId="{EF5A3DA8-6F51-413E-9436-DDE33132F4F6}" dt="2025-04-05T09:53:51.274" v="2676" actId="1076"/>
          <ac:spMkLst>
            <pc:docMk/>
            <pc:sldMk cId="992084605" sldId="262"/>
            <ac:spMk id="8" creationId="{6A28488D-BBD1-74CF-DDC3-388D8389EA04}"/>
          </ac:spMkLst>
        </pc:spChg>
        <pc:spChg chg="add mod">
          <ac:chgData name="syunya imamura" userId="d79b0b206f0d2f16" providerId="LiveId" clId="{EF5A3DA8-6F51-413E-9436-DDE33132F4F6}" dt="2025-04-05T09:56:11.304" v="2705" actId="207"/>
          <ac:spMkLst>
            <pc:docMk/>
            <pc:sldMk cId="992084605" sldId="262"/>
            <ac:spMk id="13" creationId="{962CA1F4-E171-D3A5-3BCA-FB332FBC0780}"/>
          </ac:spMkLst>
        </pc:spChg>
        <pc:spChg chg="add ord">
          <ac:chgData name="syunya imamura" userId="d79b0b206f0d2f16" providerId="LiveId" clId="{EF5A3DA8-6F51-413E-9436-DDE33132F4F6}" dt="2025-04-05T09:56:02.337" v="2704" actId="167"/>
          <ac:spMkLst>
            <pc:docMk/>
            <pc:sldMk cId="992084605" sldId="262"/>
            <ac:spMk id="14" creationId="{DC0EF49B-3C3B-3B6D-B4BF-1BE244A642C1}"/>
          </ac:spMkLst>
        </pc:spChg>
        <pc:spChg chg="add mod ord">
          <ac:chgData name="syunya imamura" userId="d79b0b206f0d2f16" providerId="LiveId" clId="{EF5A3DA8-6F51-413E-9436-DDE33132F4F6}" dt="2025-04-05T09:58:18.342" v="2720" actId="1076"/>
          <ac:spMkLst>
            <pc:docMk/>
            <pc:sldMk cId="992084605" sldId="262"/>
            <ac:spMk id="17" creationId="{786831B7-53E7-FD0F-9C0B-8F7B3EB61B11}"/>
          </ac:spMkLst>
        </pc:spChg>
        <pc:spChg chg="add mod">
          <ac:chgData name="syunya imamura" userId="d79b0b206f0d2f16" providerId="LiveId" clId="{EF5A3DA8-6F51-413E-9436-DDE33132F4F6}" dt="2025-04-05T09:52:56.264" v="2668" actId="1076"/>
          <ac:spMkLst>
            <pc:docMk/>
            <pc:sldMk cId="992084605" sldId="262"/>
            <ac:spMk id="19" creationId="{67272BE2-9F92-F604-4475-A2192499854F}"/>
          </ac:spMkLst>
        </pc:spChg>
        <pc:picChg chg="add mod">
          <ac:chgData name="syunya imamura" userId="d79b0b206f0d2f16" providerId="LiveId" clId="{EF5A3DA8-6F51-413E-9436-DDE33132F4F6}" dt="2025-04-05T09:54:34.992" v="2680" actId="14100"/>
          <ac:picMkLst>
            <pc:docMk/>
            <pc:sldMk cId="992084605" sldId="262"/>
            <ac:picMk id="7" creationId="{98BCF40C-6DA1-63B1-FE95-DEECA93EB614}"/>
          </ac:picMkLst>
        </pc:picChg>
        <pc:picChg chg="add mod">
          <ac:chgData name="syunya imamura" userId="d79b0b206f0d2f16" providerId="LiveId" clId="{EF5A3DA8-6F51-413E-9436-DDE33132F4F6}" dt="2025-04-05T09:54:39.489" v="2682" actId="14100"/>
          <ac:picMkLst>
            <pc:docMk/>
            <pc:sldMk cId="992084605" sldId="262"/>
            <ac:picMk id="10" creationId="{439BA652-C477-EF29-29FD-44DFB132865F}"/>
          </ac:picMkLst>
        </pc:picChg>
        <pc:picChg chg="add mod">
          <ac:chgData name="syunya imamura" userId="d79b0b206f0d2f16" providerId="LiveId" clId="{EF5A3DA8-6F51-413E-9436-DDE33132F4F6}" dt="2025-04-05T09:55:32.925" v="2689" actId="1076"/>
          <ac:picMkLst>
            <pc:docMk/>
            <pc:sldMk cId="992084605" sldId="262"/>
            <ac:picMk id="12" creationId="{8D27B657-4607-59F2-B238-4551B10040B1}"/>
          </ac:picMkLst>
        </pc:picChg>
        <pc:picChg chg="add mod">
          <ac:chgData name="syunya imamura" userId="d79b0b206f0d2f16" providerId="LiveId" clId="{EF5A3DA8-6F51-413E-9436-DDE33132F4F6}" dt="2025-04-05T09:58:18.342" v="2720" actId="1076"/>
          <ac:picMkLst>
            <pc:docMk/>
            <pc:sldMk cId="992084605" sldId="262"/>
            <ac:picMk id="16" creationId="{779B289C-D775-31AB-8A97-F7EA97C8B9A2}"/>
          </ac:picMkLst>
        </pc:picChg>
        <pc:picChg chg="add mod">
          <ac:chgData name="syunya imamura" userId="d79b0b206f0d2f16" providerId="LiveId" clId="{EF5A3DA8-6F51-413E-9436-DDE33132F4F6}" dt="2025-04-05T09:52:58.980" v="2669" actId="1076"/>
          <ac:picMkLst>
            <pc:docMk/>
            <pc:sldMk cId="992084605" sldId="262"/>
            <ac:picMk id="21" creationId="{3A30FF5A-8DFD-85AD-4A05-D490F0FF376A}"/>
          </ac:picMkLst>
        </pc:picChg>
      </pc:sldChg>
      <pc:sldChg chg="addSp delSp modSp new mod">
        <pc:chgData name="syunya imamura" userId="d79b0b206f0d2f16" providerId="LiveId" clId="{EF5A3DA8-6F51-413E-9436-DDE33132F4F6}" dt="2025-04-05T10:17:22.440" v="3510" actId="20577"/>
        <pc:sldMkLst>
          <pc:docMk/>
          <pc:sldMk cId="1109520658" sldId="263"/>
        </pc:sldMkLst>
        <pc:spChg chg="add mod">
          <ac:chgData name="syunya imamura" userId="d79b0b206f0d2f16" providerId="LiveId" clId="{EF5A3DA8-6F51-413E-9436-DDE33132F4F6}" dt="2025-04-05T10:15:34.857" v="3478"/>
          <ac:spMkLst>
            <pc:docMk/>
            <pc:sldMk cId="1109520658" sldId="263"/>
            <ac:spMk id="6" creationId="{7274C52B-339E-ED46-8820-8837F26344A0}"/>
          </ac:spMkLst>
        </pc:spChg>
        <pc:spChg chg="add mod">
          <ac:chgData name="syunya imamura" userId="d79b0b206f0d2f16" providerId="LiveId" clId="{EF5A3DA8-6F51-413E-9436-DDE33132F4F6}" dt="2025-04-05T10:15:42.905" v="3480" actId="1076"/>
          <ac:spMkLst>
            <pc:docMk/>
            <pc:sldMk cId="1109520658" sldId="263"/>
            <ac:spMk id="7" creationId="{D1D66EB4-84E4-91F4-21AE-F9033DB6A0B6}"/>
          </ac:spMkLst>
        </pc:spChg>
        <pc:spChg chg="add mod">
          <ac:chgData name="syunya imamura" userId="d79b0b206f0d2f16" providerId="LiveId" clId="{EF5A3DA8-6F51-413E-9436-DDE33132F4F6}" dt="2025-04-05T10:17:22.440" v="3510" actId="20577"/>
          <ac:spMkLst>
            <pc:docMk/>
            <pc:sldMk cId="1109520658" sldId="263"/>
            <ac:spMk id="10" creationId="{10AE2BA3-6B4E-4557-1581-A9C2A2CD7E16}"/>
          </ac:spMkLst>
        </pc:spChg>
        <pc:picChg chg="add mod">
          <ac:chgData name="syunya imamura" userId="d79b0b206f0d2f16" providerId="LiveId" clId="{EF5A3DA8-6F51-413E-9436-DDE33132F4F6}" dt="2025-04-05T10:15:39.878" v="3479" actId="1076"/>
          <ac:picMkLst>
            <pc:docMk/>
            <pc:sldMk cId="1109520658" sldId="263"/>
            <ac:picMk id="5" creationId="{C8F50961-2FA6-6CCC-D560-BFCF5E8EB506}"/>
          </ac:picMkLst>
        </pc:picChg>
      </pc:sldChg>
      <pc:sldChg chg="addSp delSp modSp new mod">
        <pc:chgData name="syunya imamura" userId="d79b0b206f0d2f16" providerId="LiveId" clId="{EF5A3DA8-6F51-413E-9436-DDE33132F4F6}" dt="2025-04-05T10:17:08.832" v="3495" actId="21"/>
        <pc:sldMkLst>
          <pc:docMk/>
          <pc:sldMk cId="4190980056" sldId="264"/>
        </pc:sldMkLst>
        <pc:spChg chg="add mod">
          <ac:chgData name="syunya imamura" userId="d79b0b206f0d2f16" providerId="LiveId" clId="{EF5A3DA8-6F51-413E-9436-DDE33132F4F6}" dt="2025-04-05T10:16:54.576" v="3489" actId="1076"/>
          <ac:spMkLst>
            <pc:docMk/>
            <pc:sldMk cId="4190980056" sldId="264"/>
            <ac:spMk id="4" creationId="{864CF862-98C6-5D85-D720-095A34B2F4F4}"/>
          </ac:spMkLst>
        </pc:spChg>
        <pc:picChg chg="add mod">
          <ac:chgData name="syunya imamura" userId="d79b0b206f0d2f16" providerId="LiveId" clId="{EF5A3DA8-6F51-413E-9436-DDE33132F4F6}" dt="2025-04-05T10:17:05.555" v="3492" actId="1076"/>
          <ac:picMkLst>
            <pc:docMk/>
            <pc:sldMk cId="4190980056" sldId="264"/>
            <ac:picMk id="9" creationId="{D7D42A24-9140-58A8-3ABC-037E30907B5F}"/>
          </ac:picMkLst>
        </pc:picChg>
      </pc:sldChg>
      <pc:sldChg chg="addSp delSp modSp new mod">
        <pc:chgData name="syunya imamura" userId="d79b0b206f0d2f16" providerId="LiveId" clId="{EF5A3DA8-6F51-413E-9436-DDE33132F4F6}" dt="2025-05-08T15:17:23.536" v="4193" actId="20577"/>
        <pc:sldMkLst>
          <pc:docMk/>
          <pc:sldMk cId="635757964" sldId="265"/>
        </pc:sldMkLst>
        <pc:spChg chg="add mod">
          <ac:chgData name="syunya imamura" userId="d79b0b206f0d2f16" providerId="LiveId" clId="{EF5A3DA8-6F51-413E-9436-DDE33132F4F6}" dt="2025-05-08T15:17:23.536" v="4193" actId="20577"/>
          <ac:spMkLst>
            <pc:docMk/>
            <pc:sldMk cId="635757964" sldId="265"/>
            <ac:spMk id="7" creationId="{5AC9835F-6A7B-C685-D8B1-8A36F2B7192F}"/>
          </ac:spMkLst>
        </pc:spChg>
        <pc:picChg chg="add mod">
          <ac:chgData name="syunya imamura" userId="d79b0b206f0d2f16" providerId="LiveId" clId="{EF5A3DA8-6F51-413E-9436-DDE33132F4F6}" dt="2025-04-06T12:16:48.684" v="3516" actId="1076"/>
          <ac:picMkLst>
            <pc:docMk/>
            <pc:sldMk cId="635757964" sldId="265"/>
            <ac:picMk id="5" creationId="{50B9244C-9D75-C38B-448B-AC71F41F3DD0}"/>
          </ac:picMkLst>
        </pc:picChg>
      </pc:sldChg>
      <pc:sldChg chg="modSp new mod">
        <pc:chgData name="syunya imamura" userId="d79b0b206f0d2f16" providerId="LiveId" clId="{EF5A3DA8-6F51-413E-9436-DDE33132F4F6}" dt="2025-06-25T11:49:25.119" v="4750" actId="20577"/>
        <pc:sldMkLst>
          <pc:docMk/>
          <pc:sldMk cId="2725046040" sldId="266"/>
        </pc:sldMkLst>
        <pc:spChg chg="mod">
          <ac:chgData name="syunya imamura" userId="d79b0b206f0d2f16" providerId="LiveId" clId="{EF5A3DA8-6F51-413E-9436-DDE33132F4F6}" dt="2025-06-24T16:09:13.334" v="4687" actId="1076"/>
          <ac:spMkLst>
            <pc:docMk/>
            <pc:sldMk cId="2725046040" sldId="266"/>
            <ac:spMk id="2" creationId="{5E66D9AB-8FB7-3CD3-F1B3-12BB4EC9A2C5}"/>
          </ac:spMkLst>
        </pc:spChg>
        <pc:spChg chg="mod">
          <ac:chgData name="syunya imamura" userId="d79b0b206f0d2f16" providerId="LiveId" clId="{EF5A3DA8-6F51-413E-9436-DDE33132F4F6}" dt="2025-06-25T11:49:25.119" v="4750" actId="20577"/>
          <ac:spMkLst>
            <pc:docMk/>
            <pc:sldMk cId="2725046040" sldId="266"/>
            <ac:spMk id="3" creationId="{B6DE60BD-C333-7EF9-D3E7-BC1E18B32B7E}"/>
          </ac:spMkLst>
        </pc:spChg>
      </pc:sldChg>
      <pc:sldChg chg="addSp modSp new del mod modShow">
        <pc:chgData name="syunya imamura" userId="d79b0b206f0d2f16" providerId="LiveId" clId="{EF5A3DA8-6F51-413E-9436-DDE33132F4F6}" dt="2025-06-24T16:07:29.126" v="4649" actId="2696"/>
        <pc:sldMkLst>
          <pc:docMk/>
          <pc:sldMk cId="1840457580" sldId="26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CFCE36-AE42-3047-BD58-59AC6A1ADC0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0C1F13BE-BC61-F7A5-855E-CB55DCAFC1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5B5963C-6914-A75E-0FB2-9F94BE133561}"/>
              </a:ext>
            </a:extLst>
          </p:cNvPr>
          <p:cNvSpPr>
            <a:spLocks noGrp="1"/>
          </p:cNvSpPr>
          <p:nvPr>
            <p:ph type="dt" sz="half" idx="10"/>
          </p:nvPr>
        </p:nvSpPr>
        <p:spPr/>
        <p:txBody>
          <a:bodyPr/>
          <a:lstStyle/>
          <a:p>
            <a:fld id="{BBA7E8E7-6EEE-4F0C-B71B-7A196F4B0284}" type="datetimeFigureOut">
              <a:rPr kumimoji="1" lang="ja-JP" altLang="en-US" smtClean="0"/>
              <a:t>2025/6/25</a:t>
            </a:fld>
            <a:endParaRPr kumimoji="1" lang="ja-JP" altLang="en-US"/>
          </a:p>
        </p:txBody>
      </p:sp>
      <p:sp>
        <p:nvSpPr>
          <p:cNvPr id="5" name="フッター プレースホルダー 4">
            <a:extLst>
              <a:ext uri="{FF2B5EF4-FFF2-40B4-BE49-F238E27FC236}">
                <a16:creationId xmlns:a16="http://schemas.microsoft.com/office/drawing/2014/main" id="{94ED9EDE-F0EF-ADC5-9811-EA4D918B409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856AF96-78D9-5666-269B-32E469F0A5E8}"/>
              </a:ext>
            </a:extLst>
          </p:cNvPr>
          <p:cNvSpPr>
            <a:spLocks noGrp="1"/>
          </p:cNvSpPr>
          <p:nvPr>
            <p:ph type="sldNum" sz="quarter" idx="12"/>
          </p:nvPr>
        </p:nvSpPr>
        <p:spPr/>
        <p:txBody>
          <a:bodyPr/>
          <a:lstStyle/>
          <a:p>
            <a:fld id="{79415757-DFF2-4911-82A7-EE03F8403D67}" type="slidenum">
              <a:rPr kumimoji="1" lang="ja-JP" altLang="en-US" smtClean="0"/>
              <a:t>‹#›</a:t>
            </a:fld>
            <a:endParaRPr kumimoji="1" lang="ja-JP" altLang="en-US"/>
          </a:p>
        </p:txBody>
      </p:sp>
    </p:spTree>
    <p:extLst>
      <p:ext uri="{BB962C8B-B14F-4D97-AF65-F5344CB8AC3E}">
        <p14:creationId xmlns:p14="http://schemas.microsoft.com/office/powerpoint/2010/main" val="12333098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3EF7B0-962B-4106-1924-45AB1017660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32534B7-D62B-6C23-CB94-7FD5A07C39B7}"/>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1892E6D-91C6-17C0-7680-F0B2B0A6EDA2}"/>
              </a:ext>
            </a:extLst>
          </p:cNvPr>
          <p:cNvSpPr>
            <a:spLocks noGrp="1"/>
          </p:cNvSpPr>
          <p:nvPr>
            <p:ph type="dt" sz="half" idx="10"/>
          </p:nvPr>
        </p:nvSpPr>
        <p:spPr/>
        <p:txBody>
          <a:bodyPr/>
          <a:lstStyle/>
          <a:p>
            <a:fld id="{BBA7E8E7-6EEE-4F0C-B71B-7A196F4B0284}" type="datetimeFigureOut">
              <a:rPr kumimoji="1" lang="ja-JP" altLang="en-US" smtClean="0"/>
              <a:t>2025/6/25</a:t>
            </a:fld>
            <a:endParaRPr kumimoji="1" lang="ja-JP" altLang="en-US"/>
          </a:p>
        </p:txBody>
      </p:sp>
      <p:sp>
        <p:nvSpPr>
          <p:cNvPr id="5" name="フッター プレースホルダー 4">
            <a:extLst>
              <a:ext uri="{FF2B5EF4-FFF2-40B4-BE49-F238E27FC236}">
                <a16:creationId xmlns:a16="http://schemas.microsoft.com/office/drawing/2014/main" id="{3F19E7F9-9F0C-90E4-DABD-1E733FD20A6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BBD8B84-03BF-683F-57D5-815E43EC4B6A}"/>
              </a:ext>
            </a:extLst>
          </p:cNvPr>
          <p:cNvSpPr>
            <a:spLocks noGrp="1"/>
          </p:cNvSpPr>
          <p:nvPr>
            <p:ph type="sldNum" sz="quarter" idx="12"/>
          </p:nvPr>
        </p:nvSpPr>
        <p:spPr/>
        <p:txBody>
          <a:bodyPr/>
          <a:lstStyle/>
          <a:p>
            <a:fld id="{79415757-DFF2-4911-82A7-EE03F8403D67}" type="slidenum">
              <a:rPr kumimoji="1" lang="ja-JP" altLang="en-US" smtClean="0"/>
              <a:t>‹#›</a:t>
            </a:fld>
            <a:endParaRPr kumimoji="1" lang="ja-JP" altLang="en-US"/>
          </a:p>
        </p:txBody>
      </p:sp>
    </p:spTree>
    <p:extLst>
      <p:ext uri="{BB962C8B-B14F-4D97-AF65-F5344CB8AC3E}">
        <p14:creationId xmlns:p14="http://schemas.microsoft.com/office/powerpoint/2010/main" val="9679839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47D98B-B692-3E82-AAD0-880D2AF5E2F2}"/>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32B6432-24F3-52A2-8432-230CE73689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08F571BD-9483-22C6-5F34-D0A93C59E12D}"/>
              </a:ext>
            </a:extLst>
          </p:cNvPr>
          <p:cNvSpPr>
            <a:spLocks noGrp="1"/>
          </p:cNvSpPr>
          <p:nvPr>
            <p:ph type="dt" sz="half" idx="10"/>
          </p:nvPr>
        </p:nvSpPr>
        <p:spPr/>
        <p:txBody>
          <a:bodyPr/>
          <a:lstStyle/>
          <a:p>
            <a:fld id="{BBA7E8E7-6EEE-4F0C-B71B-7A196F4B0284}" type="datetimeFigureOut">
              <a:rPr kumimoji="1" lang="ja-JP" altLang="en-US" smtClean="0"/>
              <a:t>2025/6/25</a:t>
            </a:fld>
            <a:endParaRPr kumimoji="1" lang="ja-JP" altLang="en-US"/>
          </a:p>
        </p:txBody>
      </p:sp>
      <p:sp>
        <p:nvSpPr>
          <p:cNvPr id="5" name="フッター プレースホルダー 4">
            <a:extLst>
              <a:ext uri="{FF2B5EF4-FFF2-40B4-BE49-F238E27FC236}">
                <a16:creationId xmlns:a16="http://schemas.microsoft.com/office/drawing/2014/main" id="{20D40CAC-0172-8FC3-1A86-AAE77CC01B9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67886DC-D37A-48C9-3C21-85F6B32E02A5}"/>
              </a:ext>
            </a:extLst>
          </p:cNvPr>
          <p:cNvSpPr>
            <a:spLocks noGrp="1"/>
          </p:cNvSpPr>
          <p:nvPr>
            <p:ph type="sldNum" sz="quarter" idx="12"/>
          </p:nvPr>
        </p:nvSpPr>
        <p:spPr/>
        <p:txBody>
          <a:bodyPr/>
          <a:lstStyle/>
          <a:p>
            <a:fld id="{79415757-DFF2-4911-82A7-EE03F8403D67}" type="slidenum">
              <a:rPr kumimoji="1" lang="ja-JP" altLang="en-US" smtClean="0"/>
              <a:t>‹#›</a:t>
            </a:fld>
            <a:endParaRPr kumimoji="1" lang="ja-JP" altLang="en-US"/>
          </a:p>
        </p:txBody>
      </p:sp>
    </p:spTree>
    <p:extLst>
      <p:ext uri="{BB962C8B-B14F-4D97-AF65-F5344CB8AC3E}">
        <p14:creationId xmlns:p14="http://schemas.microsoft.com/office/powerpoint/2010/main" val="1301960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DBD403-5371-C737-F3AC-7DDAA5D4EFD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088BFF6-E5D9-FC06-702F-24C58DAE0618}"/>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9EDD7882-50CA-E1B6-0824-4F0CC8B9992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784EB96E-D9E1-9375-DE56-CC6EAC97604F}"/>
              </a:ext>
            </a:extLst>
          </p:cNvPr>
          <p:cNvSpPr>
            <a:spLocks noGrp="1"/>
          </p:cNvSpPr>
          <p:nvPr>
            <p:ph type="dt" sz="half" idx="10"/>
          </p:nvPr>
        </p:nvSpPr>
        <p:spPr/>
        <p:txBody>
          <a:bodyPr/>
          <a:lstStyle/>
          <a:p>
            <a:fld id="{BBA7E8E7-6EEE-4F0C-B71B-7A196F4B0284}" type="datetimeFigureOut">
              <a:rPr kumimoji="1" lang="ja-JP" altLang="en-US" smtClean="0"/>
              <a:t>2025/6/25</a:t>
            </a:fld>
            <a:endParaRPr kumimoji="1" lang="ja-JP" altLang="en-US"/>
          </a:p>
        </p:txBody>
      </p:sp>
      <p:sp>
        <p:nvSpPr>
          <p:cNvPr id="6" name="フッター プレースホルダー 5">
            <a:extLst>
              <a:ext uri="{FF2B5EF4-FFF2-40B4-BE49-F238E27FC236}">
                <a16:creationId xmlns:a16="http://schemas.microsoft.com/office/drawing/2014/main" id="{F2DAE768-2420-CB2D-40EC-5250BA6DFD2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6484B57-06CE-1F32-181B-5B518FD0DE55}"/>
              </a:ext>
            </a:extLst>
          </p:cNvPr>
          <p:cNvSpPr>
            <a:spLocks noGrp="1"/>
          </p:cNvSpPr>
          <p:nvPr>
            <p:ph type="sldNum" sz="quarter" idx="12"/>
          </p:nvPr>
        </p:nvSpPr>
        <p:spPr/>
        <p:txBody>
          <a:bodyPr/>
          <a:lstStyle/>
          <a:p>
            <a:fld id="{79415757-DFF2-4911-82A7-EE03F8403D67}" type="slidenum">
              <a:rPr kumimoji="1" lang="ja-JP" altLang="en-US" smtClean="0"/>
              <a:t>‹#›</a:t>
            </a:fld>
            <a:endParaRPr kumimoji="1" lang="ja-JP" altLang="en-US"/>
          </a:p>
        </p:txBody>
      </p:sp>
    </p:spTree>
    <p:extLst>
      <p:ext uri="{BB962C8B-B14F-4D97-AF65-F5344CB8AC3E}">
        <p14:creationId xmlns:p14="http://schemas.microsoft.com/office/powerpoint/2010/main" val="3966833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08D5DDC-5558-6CE5-B9A5-E09E9F68A55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BE13FBE-473C-A5CA-EC28-5139FB4CD4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F9BA8BB7-152A-F375-0429-F3CACFF36F63}"/>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D0F93CC7-BA4B-4D5E-98D2-4771D37291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1D9C94A5-0D46-7593-4883-A5B30DE46AE7}"/>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0072B984-0BAB-9D63-1243-777256E2DBAB}"/>
              </a:ext>
            </a:extLst>
          </p:cNvPr>
          <p:cNvSpPr>
            <a:spLocks noGrp="1"/>
          </p:cNvSpPr>
          <p:nvPr>
            <p:ph type="dt" sz="half" idx="10"/>
          </p:nvPr>
        </p:nvSpPr>
        <p:spPr/>
        <p:txBody>
          <a:bodyPr/>
          <a:lstStyle/>
          <a:p>
            <a:fld id="{BBA7E8E7-6EEE-4F0C-B71B-7A196F4B0284}" type="datetimeFigureOut">
              <a:rPr kumimoji="1" lang="ja-JP" altLang="en-US" smtClean="0"/>
              <a:t>2025/6/25</a:t>
            </a:fld>
            <a:endParaRPr kumimoji="1" lang="ja-JP" altLang="en-US"/>
          </a:p>
        </p:txBody>
      </p:sp>
      <p:sp>
        <p:nvSpPr>
          <p:cNvPr id="8" name="フッター プレースホルダー 7">
            <a:extLst>
              <a:ext uri="{FF2B5EF4-FFF2-40B4-BE49-F238E27FC236}">
                <a16:creationId xmlns:a16="http://schemas.microsoft.com/office/drawing/2014/main" id="{7CF76BEF-E5BE-AEC7-76AA-087003B69B5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268D4D6B-8152-D19E-7418-26E19D40D6CB}"/>
              </a:ext>
            </a:extLst>
          </p:cNvPr>
          <p:cNvSpPr>
            <a:spLocks noGrp="1"/>
          </p:cNvSpPr>
          <p:nvPr>
            <p:ph type="sldNum" sz="quarter" idx="12"/>
          </p:nvPr>
        </p:nvSpPr>
        <p:spPr/>
        <p:txBody>
          <a:bodyPr/>
          <a:lstStyle/>
          <a:p>
            <a:fld id="{79415757-DFF2-4911-82A7-EE03F8403D67}" type="slidenum">
              <a:rPr kumimoji="1" lang="ja-JP" altLang="en-US" smtClean="0"/>
              <a:t>‹#›</a:t>
            </a:fld>
            <a:endParaRPr kumimoji="1" lang="ja-JP" altLang="en-US"/>
          </a:p>
        </p:txBody>
      </p:sp>
    </p:spTree>
    <p:extLst>
      <p:ext uri="{BB962C8B-B14F-4D97-AF65-F5344CB8AC3E}">
        <p14:creationId xmlns:p14="http://schemas.microsoft.com/office/powerpoint/2010/main" val="41787383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6F72F7-D1F3-A781-9909-0EDCDBAAB3F0}"/>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FE6DCBF-8A1D-10A2-C62D-A717FCE21948}"/>
              </a:ext>
            </a:extLst>
          </p:cNvPr>
          <p:cNvSpPr>
            <a:spLocks noGrp="1"/>
          </p:cNvSpPr>
          <p:nvPr>
            <p:ph type="dt" sz="half" idx="10"/>
          </p:nvPr>
        </p:nvSpPr>
        <p:spPr/>
        <p:txBody>
          <a:bodyPr/>
          <a:lstStyle/>
          <a:p>
            <a:fld id="{BBA7E8E7-6EEE-4F0C-B71B-7A196F4B0284}" type="datetimeFigureOut">
              <a:rPr kumimoji="1" lang="ja-JP" altLang="en-US" smtClean="0"/>
              <a:t>2025/6/25</a:t>
            </a:fld>
            <a:endParaRPr kumimoji="1" lang="ja-JP" altLang="en-US"/>
          </a:p>
        </p:txBody>
      </p:sp>
      <p:sp>
        <p:nvSpPr>
          <p:cNvPr id="4" name="フッター プレースホルダー 3">
            <a:extLst>
              <a:ext uri="{FF2B5EF4-FFF2-40B4-BE49-F238E27FC236}">
                <a16:creationId xmlns:a16="http://schemas.microsoft.com/office/drawing/2014/main" id="{14FFBD2B-E080-EE69-4C3C-81B01165A37E}"/>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8E1E666-EC89-CA99-A051-B80828102328}"/>
              </a:ext>
            </a:extLst>
          </p:cNvPr>
          <p:cNvSpPr>
            <a:spLocks noGrp="1"/>
          </p:cNvSpPr>
          <p:nvPr>
            <p:ph type="sldNum" sz="quarter" idx="12"/>
          </p:nvPr>
        </p:nvSpPr>
        <p:spPr/>
        <p:txBody>
          <a:bodyPr/>
          <a:lstStyle/>
          <a:p>
            <a:fld id="{79415757-DFF2-4911-82A7-EE03F8403D67}" type="slidenum">
              <a:rPr kumimoji="1" lang="ja-JP" altLang="en-US" smtClean="0"/>
              <a:t>‹#›</a:t>
            </a:fld>
            <a:endParaRPr kumimoji="1" lang="ja-JP" altLang="en-US"/>
          </a:p>
        </p:txBody>
      </p:sp>
    </p:spTree>
    <p:extLst>
      <p:ext uri="{BB962C8B-B14F-4D97-AF65-F5344CB8AC3E}">
        <p14:creationId xmlns:p14="http://schemas.microsoft.com/office/powerpoint/2010/main" val="20477725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0933FA4-53EC-054F-7847-3A58CD1462F2}"/>
              </a:ext>
            </a:extLst>
          </p:cNvPr>
          <p:cNvSpPr>
            <a:spLocks noGrp="1"/>
          </p:cNvSpPr>
          <p:nvPr>
            <p:ph type="dt" sz="half" idx="10"/>
          </p:nvPr>
        </p:nvSpPr>
        <p:spPr/>
        <p:txBody>
          <a:bodyPr/>
          <a:lstStyle/>
          <a:p>
            <a:fld id="{BBA7E8E7-6EEE-4F0C-B71B-7A196F4B0284}" type="datetimeFigureOut">
              <a:rPr kumimoji="1" lang="ja-JP" altLang="en-US" smtClean="0"/>
              <a:t>2025/6/25</a:t>
            </a:fld>
            <a:endParaRPr kumimoji="1" lang="ja-JP" altLang="en-US"/>
          </a:p>
        </p:txBody>
      </p:sp>
      <p:sp>
        <p:nvSpPr>
          <p:cNvPr id="3" name="フッター プレースホルダー 2">
            <a:extLst>
              <a:ext uri="{FF2B5EF4-FFF2-40B4-BE49-F238E27FC236}">
                <a16:creationId xmlns:a16="http://schemas.microsoft.com/office/drawing/2014/main" id="{7C8D3559-6F6A-4044-0E96-CB85D0F4EBB3}"/>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B6203D9-62E1-4730-B822-09FC4B637E92}"/>
              </a:ext>
            </a:extLst>
          </p:cNvPr>
          <p:cNvSpPr>
            <a:spLocks noGrp="1"/>
          </p:cNvSpPr>
          <p:nvPr>
            <p:ph type="sldNum" sz="quarter" idx="12"/>
          </p:nvPr>
        </p:nvSpPr>
        <p:spPr/>
        <p:txBody>
          <a:bodyPr/>
          <a:lstStyle/>
          <a:p>
            <a:fld id="{79415757-DFF2-4911-82A7-EE03F8403D67}" type="slidenum">
              <a:rPr kumimoji="1" lang="ja-JP" altLang="en-US" smtClean="0"/>
              <a:t>‹#›</a:t>
            </a:fld>
            <a:endParaRPr kumimoji="1" lang="ja-JP" altLang="en-US"/>
          </a:p>
        </p:txBody>
      </p:sp>
    </p:spTree>
    <p:extLst>
      <p:ext uri="{BB962C8B-B14F-4D97-AF65-F5344CB8AC3E}">
        <p14:creationId xmlns:p14="http://schemas.microsoft.com/office/powerpoint/2010/main" val="2323652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F52CE2-7719-D9E7-808E-0B702B97F6B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DF511AE-CCF7-CA36-1F77-F383CA94F9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870A0DC-1335-1DDD-1147-0D036EC123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4B9C1EF-F7E3-B624-0A1E-DD34F0836AC1}"/>
              </a:ext>
            </a:extLst>
          </p:cNvPr>
          <p:cNvSpPr>
            <a:spLocks noGrp="1"/>
          </p:cNvSpPr>
          <p:nvPr>
            <p:ph type="dt" sz="half" idx="10"/>
          </p:nvPr>
        </p:nvSpPr>
        <p:spPr/>
        <p:txBody>
          <a:bodyPr/>
          <a:lstStyle/>
          <a:p>
            <a:fld id="{BBA7E8E7-6EEE-4F0C-B71B-7A196F4B0284}" type="datetimeFigureOut">
              <a:rPr kumimoji="1" lang="ja-JP" altLang="en-US" smtClean="0"/>
              <a:t>2025/6/25</a:t>
            </a:fld>
            <a:endParaRPr kumimoji="1" lang="ja-JP" altLang="en-US"/>
          </a:p>
        </p:txBody>
      </p:sp>
      <p:sp>
        <p:nvSpPr>
          <p:cNvPr id="6" name="フッター プレースホルダー 5">
            <a:extLst>
              <a:ext uri="{FF2B5EF4-FFF2-40B4-BE49-F238E27FC236}">
                <a16:creationId xmlns:a16="http://schemas.microsoft.com/office/drawing/2014/main" id="{57382857-74C3-5432-EA10-59791F1D2B3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CDFCA9C-9C82-03DB-28D0-AE054BADA099}"/>
              </a:ext>
            </a:extLst>
          </p:cNvPr>
          <p:cNvSpPr>
            <a:spLocks noGrp="1"/>
          </p:cNvSpPr>
          <p:nvPr>
            <p:ph type="sldNum" sz="quarter" idx="12"/>
          </p:nvPr>
        </p:nvSpPr>
        <p:spPr/>
        <p:txBody>
          <a:bodyPr/>
          <a:lstStyle/>
          <a:p>
            <a:fld id="{79415757-DFF2-4911-82A7-EE03F8403D67}" type="slidenum">
              <a:rPr kumimoji="1" lang="ja-JP" altLang="en-US" smtClean="0"/>
              <a:t>‹#›</a:t>
            </a:fld>
            <a:endParaRPr kumimoji="1" lang="ja-JP" altLang="en-US"/>
          </a:p>
        </p:txBody>
      </p:sp>
    </p:spTree>
    <p:extLst>
      <p:ext uri="{BB962C8B-B14F-4D97-AF65-F5344CB8AC3E}">
        <p14:creationId xmlns:p14="http://schemas.microsoft.com/office/powerpoint/2010/main" val="3610112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4E5926-CB84-147F-21DA-6F12644D621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651F1552-64DA-3652-925E-79BBD65D49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453FF31-CF92-4038-F359-844F30E969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35A9ABF-D9AB-F075-68E7-DF8EA81E2E3A}"/>
              </a:ext>
            </a:extLst>
          </p:cNvPr>
          <p:cNvSpPr>
            <a:spLocks noGrp="1"/>
          </p:cNvSpPr>
          <p:nvPr>
            <p:ph type="dt" sz="half" idx="10"/>
          </p:nvPr>
        </p:nvSpPr>
        <p:spPr/>
        <p:txBody>
          <a:bodyPr/>
          <a:lstStyle/>
          <a:p>
            <a:fld id="{BBA7E8E7-6EEE-4F0C-B71B-7A196F4B0284}" type="datetimeFigureOut">
              <a:rPr kumimoji="1" lang="ja-JP" altLang="en-US" smtClean="0"/>
              <a:t>2025/6/25</a:t>
            </a:fld>
            <a:endParaRPr kumimoji="1" lang="ja-JP" altLang="en-US"/>
          </a:p>
        </p:txBody>
      </p:sp>
      <p:sp>
        <p:nvSpPr>
          <p:cNvPr id="6" name="フッター プレースホルダー 5">
            <a:extLst>
              <a:ext uri="{FF2B5EF4-FFF2-40B4-BE49-F238E27FC236}">
                <a16:creationId xmlns:a16="http://schemas.microsoft.com/office/drawing/2014/main" id="{9BE0AA78-CEA4-B18D-D5DD-6F33E4095B8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53ACD28-1A13-1733-05A3-219FF4D87775}"/>
              </a:ext>
            </a:extLst>
          </p:cNvPr>
          <p:cNvSpPr>
            <a:spLocks noGrp="1"/>
          </p:cNvSpPr>
          <p:nvPr>
            <p:ph type="sldNum" sz="quarter" idx="12"/>
          </p:nvPr>
        </p:nvSpPr>
        <p:spPr/>
        <p:txBody>
          <a:bodyPr/>
          <a:lstStyle/>
          <a:p>
            <a:fld id="{79415757-DFF2-4911-82A7-EE03F8403D67}" type="slidenum">
              <a:rPr kumimoji="1" lang="ja-JP" altLang="en-US" smtClean="0"/>
              <a:t>‹#›</a:t>
            </a:fld>
            <a:endParaRPr kumimoji="1" lang="ja-JP" altLang="en-US"/>
          </a:p>
        </p:txBody>
      </p:sp>
    </p:spTree>
    <p:extLst>
      <p:ext uri="{BB962C8B-B14F-4D97-AF65-F5344CB8AC3E}">
        <p14:creationId xmlns:p14="http://schemas.microsoft.com/office/powerpoint/2010/main" val="26414202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0CBE1A-4E3A-0284-CA05-DCDDF3CF397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C0487B2-8A66-E38A-472D-834B43ADABC1}"/>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4715F00-3024-5D2B-25D6-0A2E2459155B}"/>
              </a:ext>
            </a:extLst>
          </p:cNvPr>
          <p:cNvSpPr>
            <a:spLocks noGrp="1"/>
          </p:cNvSpPr>
          <p:nvPr>
            <p:ph type="dt" sz="half" idx="10"/>
          </p:nvPr>
        </p:nvSpPr>
        <p:spPr/>
        <p:txBody>
          <a:bodyPr/>
          <a:lstStyle/>
          <a:p>
            <a:fld id="{BBA7E8E7-6EEE-4F0C-B71B-7A196F4B0284}" type="datetimeFigureOut">
              <a:rPr kumimoji="1" lang="ja-JP" altLang="en-US" smtClean="0"/>
              <a:t>2025/6/25</a:t>
            </a:fld>
            <a:endParaRPr kumimoji="1" lang="ja-JP" altLang="en-US"/>
          </a:p>
        </p:txBody>
      </p:sp>
      <p:sp>
        <p:nvSpPr>
          <p:cNvPr id="5" name="フッター プレースホルダー 4">
            <a:extLst>
              <a:ext uri="{FF2B5EF4-FFF2-40B4-BE49-F238E27FC236}">
                <a16:creationId xmlns:a16="http://schemas.microsoft.com/office/drawing/2014/main" id="{98AD31A8-6CF6-7002-1C97-8E1D74F289C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F4F5CBF-CE9C-9BB1-E690-A42D5F399AD0}"/>
              </a:ext>
            </a:extLst>
          </p:cNvPr>
          <p:cNvSpPr>
            <a:spLocks noGrp="1"/>
          </p:cNvSpPr>
          <p:nvPr>
            <p:ph type="sldNum" sz="quarter" idx="12"/>
          </p:nvPr>
        </p:nvSpPr>
        <p:spPr/>
        <p:txBody>
          <a:bodyPr/>
          <a:lstStyle/>
          <a:p>
            <a:fld id="{79415757-DFF2-4911-82A7-EE03F8403D67}" type="slidenum">
              <a:rPr kumimoji="1" lang="ja-JP" altLang="en-US" smtClean="0"/>
              <a:t>‹#›</a:t>
            </a:fld>
            <a:endParaRPr kumimoji="1" lang="ja-JP" altLang="en-US"/>
          </a:p>
        </p:txBody>
      </p:sp>
    </p:spTree>
    <p:extLst>
      <p:ext uri="{BB962C8B-B14F-4D97-AF65-F5344CB8AC3E}">
        <p14:creationId xmlns:p14="http://schemas.microsoft.com/office/powerpoint/2010/main" val="2237617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0EC1946E-BF0B-3B53-8CC5-0CCAC9F31E07}"/>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425BE85-621D-8241-961F-E33EE2533545}"/>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78714DB-337E-BD3D-D31A-B947F4D6728E}"/>
              </a:ext>
            </a:extLst>
          </p:cNvPr>
          <p:cNvSpPr>
            <a:spLocks noGrp="1"/>
          </p:cNvSpPr>
          <p:nvPr>
            <p:ph type="dt" sz="half" idx="10"/>
          </p:nvPr>
        </p:nvSpPr>
        <p:spPr/>
        <p:txBody>
          <a:bodyPr/>
          <a:lstStyle/>
          <a:p>
            <a:fld id="{BBA7E8E7-6EEE-4F0C-B71B-7A196F4B0284}" type="datetimeFigureOut">
              <a:rPr kumimoji="1" lang="ja-JP" altLang="en-US" smtClean="0"/>
              <a:t>2025/6/25</a:t>
            </a:fld>
            <a:endParaRPr kumimoji="1" lang="ja-JP" altLang="en-US"/>
          </a:p>
        </p:txBody>
      </p:sp>
      <p:sp>
        <p:nvSpPr>
          <p:cNvPr id="5" name="フッター プレースホルダー 4">
            <a:extLst>
              <a:ext uri="{FF2B5EF4-FFF2-40B4-BE49-F238E27FC236}">
                <a16:creationId xmlns:a16="http://schemas.microsoft.com/office/drawing/2014/main" id="{7EF87D3E-0729-0A54-01C7-D4902286257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F12FA58-5AE8-B763-AC3A-F252447092B0}"/>
              </a:ext>
            </a:extLst>
          </p:cNvPr>
          <p:cNvSpPr>
            <a:spLocks noGrp="1"/>
          </p:cNvSpPr>
          <p:nvPr>
            <p:ph type="sldNum" sz="quarter" idx="12"/>
          </p:nvPr>
        </p:nvSpPr>
        <p:spPr/>
        <p:txBody>
          <a:bodyPr/>
          <a:lstStyle/>
          <a:p>
            <a:fld id="{79415757-DFF2-4911-82A7-EE03F8403D67}" type="slidenum">
              <a:rPr kumimoji="1" lang="ja-JP" altLang="en-US" smtClean="0"/>
              <a:t>‹#›</a:t>
            </a:fld>
            <a:endParaRPr kumimoji="1" lang="ja-JP" altLang="en-US"/>
          </a:p>
        </p:txBody>
      </p:sp>
    </p:spTree>
    <p:extLst>
      <p:ext uri="{BB962C8B-B14F-4D97-AF65-F5344CB8AC3E}">
        <p14:creationId xmlns:p14="http://schemas.microsoft.com/office/powerpoint/2010/main" val="1043150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288BC831-9C68-FA83-978B-0EA8DABF97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CB7D053-B6B8-3E65-AF90-DA5C4F80A9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3FA8A8A-401B-8200-B5EC-BA3A601687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A7E8E7-6EEE-4F0C-B71B-7A196F4B0284}" type="datetimeFigureOut">
              <a:rPr kumimoji="1" lang="ja-JP" altLang="en-US" smtClean="0"/>
              <a:t>2025/6/25</a:t>
            </a:fld>
            <a:endParaRPr kumimoji="1" lang="ja-JP" altLang="en-US"/>
          </a:p>
        </p:txBody>
      </p:sp>
      <p:sp>
        <p:nvSpPr>
          <p:cNvPr id="5" name="フッター プレースホルダー 4">
            <a:extLst>
              <a:ext uri="{FF2B5EF4-FFF2-40B4-BE49-F238E27FC236}">
                <a16:creationId xmlns:a16="http://schemas.microsoft.com/office/drawing/2014/main" id="{FBABBB51-F679-3B0E-06DD-E4A4ADDE88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157243B9-3823-9D1D-C0CF-427337F1BA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415757-DFF2-4911-82A7-EE03F8403D67}" type="slidenum">
              <a:rPr kumimoji="1" lang="ja-JP" altLang="en-US" smtClean="0"/>
              <a:t>‹#›</a:t>
            </a:fld>
            <a:endParaRPr kumimoji="1" lang="ja-JP" altLang="en-US"/>
          </a:p>
        </p:txBody>
      </p:sp>
    </p:spTree>
    <p:extLst>
      <p:ext uri="{BB962C8B-B14F-4D97-AF65-F5344CB8AC3E}">
        <p14:creationId xmlns:p14="http://schemas.microsoft.com/office/powerpoint/2010/main" val="31670013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A3AF2B97-706E-380E-ECA9-F3867C02C9E0}"/>
              </a:ext>
            </a:extLst>
          </p:cNvPr>
          <p:cNvSpPr txBox="1"/>
          <p:nvPr/>
        </p:nvSpPr>
        <p:spPr>
          <a:xfrm>
            <a:off x="3058886" y="2852057"/>
            <a:ext cx="5724644" cy="830997"/>
          </a:xfrm>
          <a:prstGeom prst="rect">
            <a:avLst/>
          </a:prstGeom>
          <a:noFill/>
        </p:spPr>
        <p:txBody>
          <a:bodyPr wrap="none" rtlCol="0">
            <a:spAutoFit/>
          </a:bodyPr>
          <a:lstStyle/>
          <a:p>
            <a:r>
              <a:rPr kumimoji="1" lang="ja-JP" altLang="en-US" sz="4800" dirty="0"/>
              <a:t>オセロを作ってみる</a:t>
            </a:r>
          </a:p>
        </p:txBody>
      </p:sp>
    </p:spTree>
    <p:extLst>
      <p:ext uri="{BB962C8B-B14F-4D97-AF65-F5344CB8AC3E}">
        <p14:creationId xmlns:p14="http://schemas.microsoft.com/office/powerpoint/2010/main" val="29759199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2131DB4-98A3-75D6-6D2A-D6FB6D398651}"/>
              </a:ext>
            </a:extLst>
          </p:cNvPr>
          <p:cNvSpPr txBox="1"/>
          <p:nvPr/>
        </p:nvSpPr>
        <p:spPr>
          <a:xfrm>
            <a:off x="95639" y="293914"/>
            <a:ext cx="11942693" cy="5355312"/>
          </a:xfrm>
          <a:prstGeom prst="rect">
            <a:avLst/>
          </a:prstGeom>
          <a:noFill/>
        </p:spPr>
        <p:txBody>
          <a:bodyPr wrap="none" rtlCol="0">
            <a:spAutoFit/>
          </a:bodyPr>
          <a:lstStyle/>
          <a:p>
            <a:r>
              <a:rPr lang="ja-JP" altLang="en-US" b="1" dirty="0"/>
              <a:t>初めに</a:t>
            </a:r>
            <a:endParaRPr lang="en-US" altLang="ja-JP" b="1" dirty="0"/>
          </a:p>
          <a:p>
            <a:r>
              <a:rPr lang="ja-JP" altLang="en-US" dirty="0"/>
              <a:t>流行の生成</a:t>
            </a:r>
            <a:r>
              <a:rPr lang="en-US" altLang="ja-JP" dirty="0"/>
              <a:t>AI</a:t>
            </a:r>
            <a:r>
              <a:rPr lang="ja-JP" altLang="en-US" dirty="0"/>
              <a:t>は今後エンジニアとしての仕事を多く代替していくと思われる</a:t>
            </a:r>
            <a:endParaRPr lang="en-US" altLang="ja-JP" dirty="0"/>
          </a:p>
          <a:p>
            <a:r>
              <a:rPr lang="ja-JP" altLang="en-US" dirty="0"/>
              <a:t>その中で派遣エンジニアとして何を学んでいくかということを考えたとき、そもそも生成</a:t>
            </a:r>
            <a:r>
              <a:rPr lang="en-US" altLang="ja-JP" dirty="0"/>
              <a:t>AI</a:t>
            </a:r>
            <a:r>
              <a:rPr lang="ja-JP" altLang="en-US" dirty="0"/>
              <a:t>がどこまでできるのか</a:t>
            </a:r>
            <a:endParaRPr lang="en-US" altLang="ja-JP" dirty="0"/>
          </a:p>
          <a:p>
            <a:r>
              <a:rPr kumimoji="1" lang="ja-JP" altLang="en-US" dirty="0"/>
              <a:t>例えば</a:t>
            </a:r>
            <a:r>
              <a:rPr kumimoji="1" lang="en-US" altLang="ja-JP" dirty="0"/>
              <a:t>ChatGPT</a:t>
            </a:r>
            <a:r>
              <a:rPr kumimoji="1" lang="ja-JP" altLang="en-US" dirty="0"/>
              <a:t>でどこまでのことができるのかわからなかった</a:t>
            </a:r>
            <a:endParaRPr kumimoji="1" lang="en-US" altLang="ja-JP" dirty="0"/>
          </a:p>
          <a:p>
            <a:r>
              <a:rPr lang="ja-JP" altLang="en-US" dirty="0"/>
              <a:t>そのさわりとして、プログラミングとしてわかりやすいゲームを作ってみた</a:t>
            </a:r>
            <a:br>
              <a:rPr lang="en-US" altLang="ja-JP" dirty="0"/>
            </a:br>
            <a:br>
              <a:rPr lang="en-US" altLang="ja-JP" dirty="0"/>
            </a:br>
            <a:br>
              <a:rPr lang="en-US" altLang="ja-JP" dirty="0"/>
            </a:br>
            <a:r>
              <a:rPr lang="ja-JP" altLang="en-US" b="1" dirty="0"/>
              <a:t>条件</a:t>
            </a:r>
            <a:endParaRPr lang="en-US" altLang="ja-JP" b="1" dirty="0"/>
          </a:p>
          <a:p>
            <a:r>
              <a:rPr lang="ja-JP" altLang="en-US" dirty="0"/>
              <a:t>・</a:t>
            </a:r>
            <a:r>
              <a:rPr lang="en-US" altLang="ja-JP" dirty="0"/>
              <a:t>PC</a:t>
            </a:r>
            <a:r>
              <a:rPr lang="ja-JP" altLang="en-US" dirty="0"/>
              <a:t>で遊べるオセロの作成（目標は一般に想像の付く白黒の石を緑の板の上で色を取り合うゲームができる）</a:t>
            </a:r>
            <a:br>
              <a:rPr kumimoji="1" lang="en-US" altLang="ja-JP" dirty="0"/>
            </a:br>
            <a:r>
              <a:rPr kumimoji="1" lang="ja-JP" altLang="en-US" dirty="0"/>
              <a:t>・今回のプログラムには自分で一切変更を加えない（ただしパス指定など必要がある部分は除く）</a:t>
            </a:r>
            <a:br>
              <a:rPr kumimoji="1" lang="en-US" altLang="ja-JP" dirty="0"/>
            </a:br>
            <a:r>
              <a:rPr kumimoji="1" lang="ja-JP" altLang="en-US" dirty="0"/>
              <a:t>・よくあるオセロの見本のようなコマンドプロンプトではつまらないので</a:t>
            </a:r>
            <a:r>
              <a:rPr kumimoji="1" lang="en-US" altLang="ja-JP" dirty="0"/>
              <a:t>GUI</a:t>
            </a:r>
            <a:r>
              <a:rPr kumimoji="1" lang="ja-JP" altLang="en-US" dirty="0"/>
              <a:t>も画像生成</a:t>
            </a:r>
            <a:r>
              <a:rPr kumimoji="1" lang="en-US" altLang="ja-JP" dirty="0"/>
              <a:t>AI</a:t>
            </a:r>
            <a:r>
              <a:rPr kumimoji="1" lang="ja-JP" altLang="en-US" dirty="0"/>
              <a:t>で作ってみる</a:t>
            </a:r>
            <a:endParaRPr kumimoji="1" lang="en-US" altLang="ja-JP" dirty="0"/>
          </a:p>
          <a:p>
            <a:r>
              <a:rPr lang="ja-JP" altLang="en-US" dirty="0"/>
              <a:t>・情報は生成</a:t>
            </a:r>
            <a:r>
              <a:rPr lang="en-US" altLang="ja-JP" dirty="0"/>
              <a:t>AI</a:t>
            </a:r>
            <a:r>
              <a:rPr lang="ja-JP" altLang="en-US" dirty="0"/>
              <a:t>からのみ取得すること</a:t>
            </a:r>
            <a:endParaRPr lang="en-US" altLang="ja-JP" dirty="0"/>
          </a:p>
          <a:p>
            <a:r>
              <a:rPr kumimoji="1" lang="ja-JP" altLang="en-US" dirty="0"/>
              <a:t>・オセロのプログラムは１つのチャット内で作成する（</a:t>
            </a:r>
            <a:r>
              <a:rPr kumimoji="1" lang="en-US" altLang="ja-JP" dirty="0" err="1"/>
              <a:t>GhatGPT</a:t>
            </a:r>
            <a:r>
              <a:rPr kumimoji="1" lang="ja-JP" altLang="en-US" dirty="0"/>
              <a:t>に情報のストック）</a:t>
            </a:r>
            <a:endParaRPr kumimoji="1" lang="en-US" altLang="ja-JP" dirty="0"/>
          </a:p>
          <a:p>
            <a:endParaRPr kumimoji="1" lang="en-US" altLang="ja-JP" dirty="0"/>
          </a:p>
          <a:p>
            <a:endParaRPr kumimoji="1" lang="en-US" altLang="ja-JP" dirty="0"/>
          </a:p>
          <a:p>
            <a:endParaRPr lang="en-US" altLang="ja-JP" dirty="0"/>
          </a:p>
          <a:p>
            <a:endParaRPr kumimoji="1" lang="en-US" altLang="ja-JP" dirty="0"/>
          </a:p>
          <a:p>
            <a:endParaRPr lang="en-US" altLang="ja-JP" dirty="0"/>
          </a:p>
          <a:p>
            <a:endParaRPr kumimoji="1" lang="ja-JP" altLang="en-US" dirty="0"/>
          </a:p>
        </p:txBody>
      </p:sp>
    </p:spTree>
    <p:extLst>
      <p:ext uri="{BB962C8B-B14F-4D97-AF65-F5344CB8AC3E}">
        <p14:creationId xmlns:p14="http://schemas.microsoft.com/office/powerpoint/2010/main" val="2686500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F7EE593-CD84-E48E-24AE-6BD2B9DA1E2E}"/>
              </a:ext>
            </a:extLst>
          </p:cNvPr>
          <p:cNvSpPr>
            <a:spLocks noChangeArrowheads="1"/>
          </p:cNvSpPr>
          <p:nvPr/>
        </p:nvSpPr>
        <p:spPr bwMode="auto">
          <a:xfrm>
            <a:off x="70757" y="141001"/>
            <a:ext cx="12050486" cy="33957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5392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ja-JP" altLang="en-US" sz="1400" b="0" i="0" u="none" strike="noStrike" cap="none" normalizeH="0" baseline="0" dirty="0">
                <a:ln>
                  <a:noFill/>
                </a:ln>
                <a:solidFill>
                  <a:srgbClr val="333333"/>
                </a:solidFill>
                <a:effectLst/>
                <a:latin typeface="Arial" panose="020B0604020202020204" pitchFamily="34" charset="0"/>
                <a:ea typeface="Noto Sans JP"/>
              </a:rPr>
              <a:t>改めてルール（</a:t>
            </a:r>
            <a:r>
              <a:rPr kumimoji="0" lang="en-US" altLang="ja-JP" sz="1400" b="0" i="0" u="none" strike="noStrike" cap="none" normalizeH="0" baseline="0" dirty="0">
                <a:ln>
                  <a:noFill/>
                </a:ln>
                <a:solidFill>
                  <a:srgbClr val="333333"/>
                </a:solidFill>
                <a:effectLst/>
                <a:latin typeface="Arial" panose="020B0604020202020204" pitchFamily="34" charset="0"/>
                <a:ea typeface="Noto Sans JP"/>
              </a:rPr>
              <a:t>ChatGPT</a:t>
            </a:r>
            <a:r>
              <a:rPr kumimoji="0" lang="ja-JP" altLang="en-US" sz="1400" b="0" i="0" u="none" strike="noStrike" cap="none" normalizeH="0" baseline="0" dirty="0">
                <a:ln>
                  <a:noFill/>
                </a:ln>
                <a:solidFill>
                  <a:srgbClr val="333333"/>
                </a:solidFill>
                <a:effectLst/>
                <a:latin typeface="Arial" panose="020B0604020202020204" pitchFamily="34" charset="0"/>
                <a:ea typeface="Noto Sans JP"/>
              </a:rPr>
              <a:t>にオセロのルールを聞いてみた）</a:t>
            </a:r>
            <a:endParaRPr kumimoji="0" lang="en-US" altLang="ja-JP" sz="1400" b="0" i="0" u="none" strike="noStrike" cap="none" normalizeH="0" baseline="0" dirty="0">
              <a:ln>
                <a:noFill/>
              </a:ln>
              <a:solidFill>
                <a:srgbClr val="333333"/>
              </a:solidFill>
              <a:effectLst/>
              <a:latin typeface="Arial" panose="020B0604020202020204" pitchFamily="34" charset="0"/>
              <a:ea typeface="Noto Sans JP"/>
            </a:endParaRPr>
          </a:p>
          <a:p>
            <a:pPr marL="0" marR="0" lvl="0" indent="0" algn="l" defTabSz="914400" rtl="0" eaLnBrk="0" fontAlgn="base" latinLnBrk="0" hangingPunct="0">
              <a:lnSpc>
                <a:spcPct val="100000"/>
              </a:lnSpc>
              <a:spcBef>
                <a:spcPct val="0"/>
              </a:spcBef>
              <a:spcAft>
                <a:spcPct val="0"/>
              </a:spcAft>
              <a:buClrTx/>
              <a:buSzTx/>
              <a:tabLst/>
            </a:pPr>
            <a:r>
              <a:rPr kumimoji="0" lang="ja-JP" altLang="en-US" sz="1400" dirty="0">
                <a:solidFill>
                  <a:srgbClr val="333333"/>
                </a:solidFill>
                <a:latin typeface="Arial" panose="020B0604020202020204" pitchFamily="34" charset="0"/>
                <a:ea typeface="Noto Sans JP"/>
              </a:rPr>
              <a:t>・盤は</a:t>
            </a:r>
            <a:r>
              <a:rPr kumimoji="0" lang="en-US" altLang="ja-JP" sz="1400" dirty="0">
                <a:solidFill>
                  <a:srgbClr val="333333"/>
                </a:solidFill>
                <a:latin typeface="Arial" panose="020B0604020202020204" pitchFamily="34" charset="0"/>
                <a:ea typeface="Noto Sans JP"/>
              </a:rPr>
              <a:t>8*8</a:t>
            </a:r>
            <a:r>
              <a:rPr kumimoji="0" lang="ja-JP" altLang="en-US" sz="1400" dirty="0">
                <a:solidFill>
                  <a:srgbClr val="333333"/>
                </a:solidFill>
                <a:latin typeface="Arial" panose="020B0604020202020204" pitchFamily="34" charset="0"/>
                <a:ea typeface="Noto Sans JP"/>
              </a:rPr>
              <a:t>の</a:t>
            </a:r>
            <a:r>
              <a:rPr kumimoji="0" lang="en-US" altLang="ja-JP" sz="1400" dirty="0">
                <a:solidFill>
                  <a:srgbClr val="333333"/>
                </a:solidFill>
                <a:latin typeface="Arial" panose="020B0604020202020204" pitchFamily="34" charset="0"/>
                <a:ea typeface="Noto Sans JP"/>
              </a:rPr>
              <a:t>64</a:t>
            </a:r>
            <a:r>
              <a:rPr kumimoji="0" lang="ja-JP" altLang="en-US" sz="1400" dirty="0">
                <a:solidFill>
                  <a:srgbClr val="333333"/>
                </a:solidFill>
                <a:latin typeface="Arial" panose="020B0604020202020204" pitchFamily="34" charset="0"/>
                <a:ea typeface="Noto Sans JP"/>
              </a:rPr>
              <a:t>マスです</a:t>
            </a:r>
            <a:endParaRPr kumimoji="0" lang="en-US" altLang="ja-JP" sz="1400" dirty="0">
              <a:solidFill>
                <a:srgbClr val="333333"/>
              </a:solidFill>
              <a:latin typeface="Arial" panose="020B0604020202020204" pitchFamily="34" charset="0"/>
              <a:ea typeface="Noto Sans JP"/>
            </a:endParaRPr>
          </a:p>
          <a:p>
            <a:pPr marL="0" marR="0" lvl="0" indent="0" algn="l" defTabSz="914400" rtl="0" eaLnBrk="0" fontAlgn="base" latinLnBrk="0" hangingPunct="0">
              <a:lnSpc>
                <a:spcPct val="100000"/>
              </a:lnSpc>
              <a:spcBef>
                <a:spcPct val="0"/>
              </a:spcBef>
              <a:spcAft>
                <a:spcPct val="0"/>
              </a:spcAft>
              <a:buClrTx/>
              <a:buSzTx/>
              <a:tabLst/>
            </a:pPr>
            <a:r>
              <a:rPr kumimoji="0" lang="ja-JP" altLang="en-US" sz="1400" b="0" i="0" u="none" strike="noStrike" cap="none" normalizeH="0" baseline="0" dirty="0">
                <a:ln>
                  <a:noFill/>
                </a:ln>
                <a:solidFill>
                  <a:srgbClr val="333333"/>
                </a:solidFill>
                <a:effectLst/>
                <a:latin typeface="Arial" panose="020B0604020202020204" pitchFamily="34" charset="0"/>
                <a:ea typeface="Noto Sans JP"/>
              </a:rPr>
              <a:t>・表が黒、裏が白のリバーシブルな石を使います</a:t>
            </a:r>
            <a:endParaRPr kumimoji="0" lang="en-US" altLang="ja-JP" sz="1400" b="0" i="0" u="none" strike="noStrike" cap="none" normalizeH="0" baseline="0" dirty="0">
              <a:ln>
                <a:noFill/>
              </a:ln>
              <a:solidFill>
                <a:srgbClr val="333333"/>
              </a:solidFill>
              <a:effectLst/>
              <a:latin typeface="Arial" panose="020B0604020202020204" pitchFamily="34" charset="0"/>
              <a:ea typeface="Noto Sans JP"/>
            </a:endParaRPr>
          </a:p>
          <a:p>
            <a:pPr marL="0" marR="0" lvl="0" indent="0" algn="l" defTabSz="914400" rtl="0" eaLnBrk="0" fontAlgn="base" latinLnBrk="0" hangingPunct="0">
              <a:lnSpc>
                <a:spcPct val="100000"/>
              </a:lnSpc>
              <a:spcBef>
                <a:spcPct val="0"/>
              </a:spcBef>
              <a:spcAft>
                <a:spcPct val="0"/>
              </a:spcAft>
              <a:buClrTx/>
              <a:buSzTx/>
              <a:tabLst/>
            </a:pPr>
            <a:r>
              <a:rPr kumimoji="0" lang="ja-JP" altLang="en-US" sz="1400" b="0" i="0" u="none" strike="noStrike" cap="none" normalizeH="0" baseline="0" dirty="0">
                <a:ln>
                  <a:noFill/>
                </a:ln>
                <a:solidFill>
                  <a:srgbClr val="333333"/>
                </a:solidFill>
                <a:effectLst/>
                <a:latin typeface="Arial" panose="020B0604020202020204" pitchFamily="34" charset="0"/>
                <a:ea typeface="Noto Sans JP"/>
              </a:rPr>
              <a:t>・</a:t>
            </a:r>
            <a:r>
              <a:rPr kumimoji="0" lang="ja-JP" altLang="ja-JP" sz="1400" b="0" i="0" u="none" strike="noStrike" cap="none" normalizeH="0" baseline="0" dirty="0">
                <a:ln>
                  <a:noFill/>
                </a:ln>
                <a:solidFill>
                  <a:srgbClr val="333333"/>
                </a:solidFill>
                <a:effectLst/>
                <a:latin typeface="Arial" panose="020B0604020202020204" pitchFamily="34" charset="0"/>
                <a:ea typeface="Noto Sans JP"/>
              </a:rPr>
              <a:t>2人のプレイヤーは、白</a:t>
            </a:r>
            <a:r>
              <a:rPr kumimoji="0" lang="ja-JP" altLang="en-US" sz="1400" b="0" i="0" u="none" strike="noStrike" cap="none" normalizeH="0" baseline="0" dirty="0">
                <a:ln>
                  <a:noFill/>
                </a:ln>
                <a:solidFill>
                  <a:srgbClr val="333333"/>
                </a:solidFill>
                <a:effectLst/>
                <a:latin typeface="Arial" panose="020B0604020202020204" pitchFamily="34" charset="0"/>
                <a:ea typeface="Noto Sans JP"/>
              </a:rPr>
              <a:t>と</a:t>
            </a:r>
            <a:r>
              <a:rPr kumimoji="0" lang="ja-JP" altLang="ja-JP" sz="1400" b="0" i="0" u="none" strike="noStrike" cap="none" normalizeH="0" baseline="0" dirty="0">
                <a:ln>
                  <a:noFill/>
                </a:ln>
                <a:solidFill>
                  <a:srgbClr val="333333"/>
                </a:solidFill>
                <a:effectLst/>
                <a:latin typeface="Arial" panose="020B0604020202020204" pitchFamily="34" charset="0"/>
                <a:ea typeface="Noto Sans JP"/>
              </a:rPr>
              <a:t>黒い石を打つ側に分かれます。</a:t>
            </a:r>
            <a:endParaRPr kumimoji="0" lang="en-US" altLang="ja-JP" sz="1400" b="0" i="0" u="none" strike="noStrike" cap="none" normalizeH="0" baseline="0" dirty="0">
              <a:ln>
                <a:noFill/>
              </a:ln>
              <a:solidFill>
                <a:srgbClr val="333333"/>
              </a:solidFill>
              <a:effectLst/>
              <a:latin typeface="Arial" panose="020B0604020202020204" pitchFamily="34" charset="0"/>
              <a:ea typeface="Noto Sans JP"/>
            </a:endParaRPr>
          </a:p>
          <a:p>
            <a:pPr marL="0" marR="0" lvl="0" indent="0" algn="l" defTabSz="914400" rtl="0" eaLnBrk="0" fontAlgn="base" latinLnBrk="0" hangingPunct="0">
              <a:lnSpc>
                <a:spcPct val="100000"/>
              </a:lnSpc>
              <a:spcBef>
                <a:spcPct val="0"/>
              </a:spcBef>
              <a:spcAft>
                <a:spcPct val="0"/>
              </a:spcAft>
              <a:buClrTx/>
              <a:buSzTx/>
              <a:tabLst/>
            </a:pPr>
            <a:r>
              <a:rPr kumimoji="0" lang="ja-JP" altLang="en-US" sz="1400" dirty="0">
                <a:solidFill>
                  <a:srgbClr val="333333"/>
                </a:solidFill>
                <a:latin typeface="Arial" panose="020B0604020202020204" pitchFamily="34" charset="0"/>
                <a:ea typeface="Noto Sans JP"/>
              </a:rPr>
              <a:t>・</a:t>
            </a:r>
            <a:r>
              <a:rPr kumimoji="0" lang="ja-JP" altLang="ja-JP" sz="1400" b="0" i="0" u="none" strike="noStrike" cap="none" normalizeH="0" baseline="0" dirty="0">
                <a:ln>
                  <a:noFill/>
                </a:ln>
                <a:solidFill>
                  <a:srgbClr val="333333"/>
                </a:solidFill>
                <a:effectLst/>
                <a:latin typeface="Arial" panose="020B0604020202020204" pitchFamily="34" charset="0"/>
                <a:ea typeface="Noto Sans JP"/>
              </a:rPr>
              <a:t>はじめに、盤の中央</a:t>
            </a:r>
            <a:r>
              <a:rPr kumimoji="0" lang="en-US" altLang="ja-JP" sz="1400" b="0" i="0" u="none" strike="noStrike" cap="none" normalizeH="0" baseline="0" dirty="0">
                <a:ln>
                  <a:noFill/>
                </a:ln>
                <a:solidFill>
                  <a:srgbClr val="333333"/>
                </a:solidFill>
                <a:effectLst/>
                <a:latin typeface="Arial" panose="020B0604020202020204" pitchFamily="34" charset="0"/>
                <a:ea typeface="Noto Sans JP"/>
              </a:rPr>
              <a:t>4</a:t>
            </a:r>
            <a:r>
              <a:rPr kumimoji="0" lang="ja-JP" altLang="en-US" sz="1400" b="0" i="0" u="none" strike="noStrike" cap="none" normalizeH="0" baseline="0" dirty="0">
                <a:ln>
                  <a:noFill/>
                </a:ln>
                <a:solidFill>
                  <a:srgbClr val="333333"/>
                </a:solidFill>
                <a:effectLst/>
                <a:latin typeface="Arial" panose="020B0604020202020204" pitchFamily="34" charset="0"/>
                <a:ea typeface="Noto Sans JP"/>
              </a:rPr>
              <a:t>マス</a:t>
            </a:r>
            <a:r>
              <a:rPr kumimoji="0" lang="ja-JP" altLang="ja-JP" sz="1400" b="0" i="0" u="none" strike="noStrike" cap="none" normalizeH="0" baseline="0" dirty="0">
                <a:ln>
                  <a:noFill/>
                </a:ln>
                <a:solidFill>
                  <a:srgbClr val="333333"/>
                </a:solidFill>
                <a:effectLst/>
                <a:latin typeface="Arial" panose="020B0604020202020204" pitchFamily="34" charset="0"/>
                <a:ea typeface="Noto Sans JP"/>
              </a:rPr>
              <a:t>に、</a:t>
            </a:r>
            <a:r>
              <a:rPr kumimoji="0" lang="ja-JP" altLang="en-US" sz="1400" b="0" i="0" u="none" strike="noStrike" cap="none" normalizeH="0" baseline="0" dirty="0">
                <a:ln>
                  <a:noFill/>
                </a:ln>
                <a:solidFill>
                  <a:srgbClr val="333333"/>
                </a:solidFill>
                <a:effectLst/>
                <a:latin typeface="Arial" panose="020B0604020202020204" pitchFamily="34" charset="0"/>
                <a:ea typeface="Noto Sans JP"/>
              </a:rPr>
              <a:t>左上に白</a:t>
            </a:r>
            <a:r>
              <a:rPr kumimoji="0" lang="en-US" altLang="ja-JP" sz="1400" dirty="0">
                <a:solidFill>
                  <a:srgbClr val="333333"/>
                </a:solidFill>
                <a:latin typeface="Arial" panose="020B0604020202020204" pitchFamily="34" charset="0"/>
                <a:ea typeface="Noto Sans JP"/>
              </a:rPr>
              <a:t>,</a:t>
            </a:r>
            <a:r>
              <a:rPr kumimoji="0" lang="ja-JP" altLang="en-US" sz="1400" dirty="0">
                <a:solidFill>
                  <a:srgbClr val="333333"/>
                </a:solidFill>
                <a:latin typeface="Arial" panose="020B0604020202020204" pitchFamily="34" charset="0"/>
                <a:ea typeface="Noto Sans JP"/>
              </a:rPr>
              <a:t>右上</a:t>
            </a:r>
            <a:r>
              <a:rPr kumimoji="0" lang="ja-JP" altLang="en-US" sz="1400" b="0" i="0" u="none" strike="noStrike" cap="none" normalizeH="0" baseline="0" dirty="0">
                <a:ln>
                  <a:noFill/>
                </a:ln>
                <a:solidFill>
                  <a:srgbClr val="333333"/>
                </a:solidFill>
                <a:effectLst/>
                <a:latin typeface="Arial" panose="020B0604020202020204" pitchFamily="34" charset="0"/>
                <a:ea typeface="Noto Sans JP"/>
              </a:rPr>
              <a:t>に</a:t>
            </a:r>
            <a:r>
              <a:rPr kumimoji="0" lang="ja-JP" altLang="en-US" sz="1400" dirty="0">
                <a:solidFill>
                  <a:srgbClr val="333333"/>
                </a:solidFill>
                <a:latin typeface="Arial" panose="020B0604020202020204" pitchFamily="34" charset="0"/>
                <a:ea typeface="Noto Sans JP"/>
              </a:rPr>
              <a:t>黒</a:t>
            </a:r>
            <a:r>
              <a:rPr kumimoji="0" lang="en-US" altLang="ja-JP" sz="1400" b="0" i="0" u="none" strike="noStrike" cap="none" normalizeH="0" baseline="0" dirty="0">
                <a:ln>
                  <a:noFill/>
                </a:ln>
                <a:solidFill>
                  <a:srgbClr val="333333"/>
                </a:solidFill>
                <a:effectLst/>
                <a:latin typeface="Arial" panose="020B0604020202020204" pitchFamily="34" charset="0"/>
                <a:ea typeface="Noto Sans JP"/>
              </a:rPr>
              <a:t>,</a:t>
            </a:r>
            <a:r>
              <a:rPr kumimoji="0" lang="ja-JP" altLang="en-US" sz="1400" b="0" i="0" u="none" strike="noStrike" cap="none" normalizeH="0" baseline="0" dirty="0">
                <a:ln>
                  <a:noFill/>
                </a:ln>
                <a:solidFill>
                  <a:srgbClr val="333333"/>
                </a:solidFill>
                <a:effectLst/>
                <a:latin typeface="Arial" panose="020B0604020202020204" pitchFamily="34" charset="0"/>
                <a:ea typeface="Noto Sans JP"/>
              </a:rPr>
              <a:t>左下に黒</a:t>
            </a:r>
            <a:r>
              <a:rPr kumimoji="0" lang="en-US" altLang="ja-JP" sz="1400" b="0" i="0" u="none" strike="noStrike" cap="none" normalizeH="0" baseline="0" dirty="0">
                <a:ln>
                  <a:noFill/>
                </a:ln>
                <a:solidFill>
                  <a:srgbClr val="333333"/>
                </a:solidFill>
                <a:effectLst/>
                <a:latin typeface="Arial" panose="020B0604020202020204" pitchFamily="34" charset="0"/>
                <a:ea typeface="Noto Sans JP"/>
              </a:rPr>
              <a:t>,</a:t>
            </a:r>
            <a:r>
              <a:rPr kumimoji="0" lang="ja-JP" altLang="en-US" sz="1400" dirty="0">
                <a:solidFill>
                  <a:srgbClr val="333333"/>
                </a:solidFill>
                <a:latin typeface="Arial" panose="020B0604020202020204" pitchFamily="34" charset="0"/>
                <a:ea typeface="Noto Sans JP"/>
              </a:rPr>
              <a:t>右下</a:t>
            </a:r>
            <a:r>
              <a:rPr kumimoji="0" lang="ja-JP" altLang="en-US" sz="1400" b="0" i="0" u="none" strike="noStrike" cap="none" normalizeH="0" baseline="0" dirty="0">
                <a:ln>
                  <a:noFill/>
                </a:ln>
                <a:solidFill>
                  <a:srgbClr val="333333"/>
                </a:solidFill>
                <a:effectLst/>
                <a:latin typeface="Arial" panose="020B0604020202020204" pitchFamily="34" charset="0"/>
                <a:ea typeface="Noto Sans JP"/>
              </a:rPr>
              <a:t>に白</a:t>
            </a:r>
            <a:endParaRPr kumimoji="0" lang="en-US" altLang="ja-JP" sz="1400" b="0" i="0" u="none" strike="noStrike" cap="none" normalizeH="0" baseline="0" dirty="0">
              <a:ln>
                <a:noFill/>
              </a:ln>
              <a:solidFill>
                <a:srgbClr val="333333"/>
              </a:solidFill>
              <a:effectLst/>
              <a:latin typeface="Arial" panose="020B0604020202020204" pitchFamily="34" charset="0"/>
              <a:ea typeface="Noto Sans JP"/>
            </a:endParaRPr>
          </a:p>
          <a:p>
            <a:pPr marL="0" marR="0" lvl="0" indent="0" algn="l" defTabSz="914400" rtl="0" eaLnBrk="0" fontAlgn="base" latinLnBrk="0" hangingPunct="0">
              <a:lnSpc>
                <a:spcPct val="100000"/>
              </a:lnSpc>
              <a:spcBef>
                <a:spcPct val="0"/>
              </a:spcBef>
              <a:spcAft>
                <a:spcPct val="0"/>
              </a:spcAft>
              <a:buClrTx/>
              <a:buSzTx/>
              <a:tabLst/>
            </a:pPr>
            <a:r>
              <a:rPr kumimoji="0" lang="ja-JP" altLang="en-US" sz="1400" dirty="0">
                <a:solidFill>
                  <a:srgbClr val="333333"/>
                </a:solidFill>
                <a:latin typeface="Arial" panose="020B0604020202020204" pitchFamily="34" charset="0"/>
                <a:ea typeface="Noto Sans JP"/>
              </a:rPr>
              <a:t>・</a:t>
            </a:r>
            <a:r>
              <a:rPr kumimoji="0" lang="ja-JP" altLang="ja-JP" sz="1400" b="0" i="0" u="none" strike="noStrike" cap="none" normalizeH="0" baseline="0" dirty="0">
                <a:ln>
                  <a:noFill/>
                </a:ln>
                <a:solidFill>
                  <a:srgbClr val="333333"/>
                </a:solidFill>
                <a:effectLst/>
                <a:latin typeface="Arial" panose="020B0604020202020204" pitchFamily="34" charset="0"/>
                <a:ea typeface="Noto Sans JP"/>
              </a:rPr>
              <a:t>黒が先手になります。</a:t>
            </a:r>
            <a:endParaRPr kumimoji="0" lang="en-US" altLang="ja-JP" sz="1400" b="0" i="0" u="none" strike="noStrike" cap="none" normalizeH="0" baseline="0" dirty="0">
              <a:ln>
                <a:noFill/>
              </a:ln>
              <a:solidFill>
                <a:srgbClr val="333333"/>
              </a:solidFill>
              <a:effectLst/>
              <a:latin typeface="Arial" panose="020B0604020202020204" pitchFamily="34" charset="0"/>
              <a:ea typeface="Noto Sans JP"/>
            </a:endParaRPr>
          </a:p>
          <a:p>
            <a:pPr marL="0" marR="0" lvl="0" indent="0" algn="l" defTabSz="914400" rtl="0" eaLnBrk="0" fontAlgn="base" latinLnBrk="0" hangingPunct="0">
              <a:lnSpc>
                <a:spcPct val="100000"/>
              </a:lnSpc>
              <a:spcBef>
                <a:spcPct val="0"/>
              </a:spcBef>
              <a:spcAft>
                <a:spcPct val="0"/>
              </a:spcAft>
              <a:buClrTx/>
              <a:buSzTx/>
              <a:tabLst/>
            </a:pPr>
            <a:endParaRPr kumimoji="0" lang="ja-JP" altLang="ja-JP" sz="1400" b="0" i="0" u="none" strike="noStrike" cap="none" normalizeH="0" baseline="0" dirty="0">
              <a:ln>
                <a:noFill/>
              </a:ln>
              <a:solidFill>
                <a:srgbClr val="333333"/>
              </a:solidFill>
              <a:effectLst/>
              <a:latin typeface="Arial" panose="020B0604020202020204" pitchFamily="34" charset="0"/>
              <a:ea typeface="Noto Sans JP"/>
            </a:endParaRPr>
          </a:p>
          <a:p>
            <a:pPr marL="0" marR="0" lvl="0" indent="0" algn="l" defTabSz="914400" rtl="0" eaLnBrk="0" fontAlgn="base" latinLnBrk="0" hangingPunct="0">
              <a:lnSpc>
                <a:spcPct val="100000"/>
              </a:lnSpc>
              <a:spcBef>
                <a:spcPct val="0"/>
              </a:spcBef>
              <a:spcAft>
                <a:spcPct val="0"/>
              </a:spcAft>
              <a:buClrTx/>
              <a:buSzTx/>
              <a:tabLst/>
            </a:pPr>
            <a:r>
              <a:rPr kumimoji="0" lang="ja-JP" altLang="en-US" sz="1400" b="0" i="0" u="none" strike="noStrike" cap="none" normalizeH="0" baseline="0" dirty="0">
                <a:ln>
                  <a:noFill/>
                </a:ln>
                <a:solidFill>
                  <a:srgbClr val="333333"/>
                </a:solidFill>
                <a:effectLst/>
                <a:latin typeface="Arial" panose="020B0604020202020204" pitchFamily="34" charset="0"/>
                <a:ea typeface="Noto Sans JP"/>
              </a:rPr>
              <a:t>・</a:t>
            </a:r>
            <a:r>
              <a:rPr kumimoji="0" lang="ja-JP" altLang="ja-JP" sz="1400" b="0" i="0" u="none" strike="noStrike" cap="none" normalizeH="0" baseline="0" dirty="0">
                <a:ln>
                  <a:noFill/>
                </a:ln>
                <a:solidFill>
                  <a:srgbClr val="333333"/>
                </a:solidFill>
                <a:effectLst/>
                <a:latin typeface="Arial" panose="020B0604020202020204" pitchFamily="34" charset="0"/>
                <a:ea typeface="Noto Sans JP"/>
              </a:rPr>
              <a:t>石を打つときは、自分の色の石で相手の色の石をはさめるマスに打ちます。たて・よこ・ななめ、いずれの方向にはさんでもかまいません。相手の石をはさめないマスに石を打つことはできません。はさんだ石は必ずすべてひっくり返して、自分の色の石にします。</a:t>
            </a:r>
          </a:p>
          <a:p>
            <a:pPr marL="0" marR="0" lvl="0" indent="0" algn="l" defTabSz="914400" rtl="0" eaLnBrk="0" fontAlgn="base" latinLnBrk="0" hangingPunct="0">
              <a:lnSpc>
                <a:spcPct val="100000"/>
              </a:lnSpc>
              <a:spcBef>
                <a:spcPct val="0"/>
              </a:spcBef>
              <a:spcAft>
                <a:spcPct val="0"/>
              </a:spcAft>
              <a:buClrTx/>
              <a:buSzTx/>
              <a:tabLst/>
            </a:pPr>
            <a:r>
              <a:rPr kumimoji="0" lang="ja-JP" altLang="en-US" sz="1400" b="0" i="0" u="none" strike="noStrike" cap="none" normalizeH="0" baseline="0" dirty="0">
                <a:ln>
                  <a:noFill/>
                </a:ln>
                <a:solidFill>
                  <a:srgbClr val="333333"/>
                </a:solidFill>
                <a:effectLst/>
                <a:latin typeface="Arial" panose="020B0604020202020204" pitchFamily="34" charset="0"/>
                <a:ea typeface="Noto Sans JP"/>
              </a:rPr>
              <a:t>・</a:t>
            </a:r>
            <a:r>
              <a:rPr kumimoji="0" lang="ja-JP" altLang="ja-JP" sz="1400" b="0" i="0" u="none" strike="noStrike" cap="none" normalizeH="0" baseline="0" dirty="0">
                <a:ln>
                  <a:noFill/>
                </a:ln>
                <a:solidFill>
                  <a:srgbClr val="333333"/>
                </a:solidFill>
                <a:effectLst/>
                <a:latin typeface="Arial" panose="020B0604020202020204" pitchFamily="34" charset="0"/>
                <a:ea typeface="Noto Sans JP"/>
              </a:rPr>
              <a:t>盤の四隅の石は、はさむことはできません。</a:t>
            </a:r>
          </a:p>
          <a:p>
            <a:pPr marL="0" marR="0" lvl="0" indent="0" algn="l" defTabSz="914400" rtl="0" eaLnBrk="0" fontAlgn="base" latinLnBrk="0" hangingPunct="0">
              <a:lnSpc>
                <a:spcPct val="100000"/>
              </a:lnSpc>
              <a:spcBef>
                <a:spcPct val="0"/>
              </a:spcBef>
              <a:spcAft>
                <a:spcPct val="0"/>
              </a:spcAft>
              <a:buClrTx/>
              <a:buSzTx/>
              <a:tabLst/>
            </a:pPr>
            <a:r>
              <a:rPr kumimoji="0" lang="ja-JP" altLang="en-US" sz="1400" b="0" i="0" u="none" strike="noStrike" cap="none" normalizeH="0" baseline="0" dirty="0">
                <a:ln>
                  <a:noFill/>
                </a:ln>
                <a:solidFill>
                  <a:srgbClr val="333333"/>
                </a:solidFill>
                <a:effectLst/>
                <a:latin typeface="Arial" panose="020B0604020202020204" pitchFamily="34" charset="0"/>
                <a:ea typeface="Noto Sans JP"/>
              </a:rPr>
              <a:t>・</a:t>
            </a:r>
            <a:r>
              <a:rPr kumimoji="0" lang="ja-JP" altLang="ja-JP" sz="1400" b="0" i="0" u="none" strike="noStrike" cap="none" normalizeH="0" baseline="0" dirty="0">
                <a:ln>
                  <a:noFill/>
                </a:ln>
                <a:solidFill>
                  <a:srgbClr val="333333"/>
                </a:solidFill>
                <a:effectLst/>
                <a:latin typeface="Arial" panose="020B0604020202020204" pitchFamily="34" charset="0"/>
                <a:ea typeface="Noto Sans JP"/>
              </a:rPr>
              <a:t>相手の石をはさめるマスがない場合は、パスとなります。打てるマスができるまでは、何回でもパスとなり、相手が連続して打ちます。</a:t>
            </a:r>
          </a:p>
          <a:p>
            <a:pPr marL="0" marR="0" lvl="0" indent="0" algn="l" defTabSz="914400" rtl="0" eaLnBrk="0" fontAlgn="base" latinLnBrk="0" hangingPunct="0">
              <a:lnSpc>
                <a:spcPct val="100000"/>
              </a:lnSpc>
              <a:spcBef>
                <a:spcPct val="0"/>
              </a:spcBef>
              <a:spcAft>
                <a:spcPct val="0"/>
              </a:spcAft>
              <a:buClrTx/>
              <a:buSzTx/>
              <a:tabLst/>
            </a:pPr>
            <a:r>
              <a:rPr kumimoji="0" lang="ja-JP" altLang="en-US" sz="1400" b="0" i="0" u="none" strike="noStrike" cap="none" normalizeH="0" baseline="0" dirty="0">
                <a:ln>
                  <a:noFill/>
                </a:ln>
                <a:solidFill>
                  <a:srgbClr val="333333"/>
                </a:solidFill>
                <a:effectLst/>
                <a:latin typeface="Arial" panose="020B0604020202020204" pitchFamily="34" charset="0"/>
                <a:ea typeface="Noto Sans JP"/>
              </a:rPr>
              <a:t>・</a:t>
            </a:r>
            <a:r>
              <a:rPr kumimoji="0" lang="ja-JP" altLang="ja-JP" sz="1400" b="0" i="0" u="none" strike="noStrike" cap="none" normalizeH="0" baseline="0" dirty="0">
                <a:ln>
                  <a:noFill/>
                </a:ln>
                <a:solidFill>
                  <a:srgbClr val="333333"/>
                </a:solidFill>
                <a:effectLst/>
                <a:latin typeface="Arial" panose="020B0604020202020204" pitchFamily="34" charset="0"/>
                <a:ea typeface="Noto Sans JP"/>
              </a:rPr>
              <a:t>盤面がぜんぶ埋まるか、黒白ともに打つマスがなくなったら、終局です。その時点で自分の色の石が多い方が勝ちとなります。</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47124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正方形/長方形 19">
            <a:extLst>
              <a:ext uri="{FF2B5EF4-FFF2-40B4-BE49-F238E27FC236}">
                <a16:creationId xmlns:a16="http://schemas.microsoft.com/office/drawing/2014/main" id="{D93C2F1D-EF1F-3F1C-382C-3AA310F8C450}"/>
              </a:ext>
            </a:extLst>
          </p:cNvPr>
          <p:cNvSpPr/>
          <p:nvPr/>
        </p:nvSpPr>
        <p:spPr>
          <a:xfrm>
            <a:off x="7445829" y="6302829"/>
            <a:ext cx="4049485" cy="5551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A32E338F-1A7B-AC8A-E0D3-F3954C39299C}"/>
              </a:ext>
            </a:extLst>
          </p:cNvPr>
          <p:cNvSpPr txBox="1"/>
          <p:nvPr/>
        </p:nvSpPr>
        <p:spPr>
          <a:xfrm>
            <a:off x="0" y="788418"/>
            <a:ext cx="6096000" cy="2585323"/>
          </a:xfrm>
          <a:prstGeom prst="rect">
            <a:avLst/>
          </a:prstGeom>
          <a:noFill/>
        </p:spPr>
        <p:txBody>
          <a:bodyPr wrap="square">
            <a:spAutoFit/>
          </a:bodyPr>
          <a:lstStyle/>
          <a:p>
            <a:pPr>
              <a:buNone/>
            </a:pPr>
            <a:r>
              <a:rPr lang="ja-JP" altLang="en-US" b="1" dirty="0"/>
              <a:t>打ち込んだ内容</a:t>
            </a:r>
            <a:br>
              <a:rPr lang="en-US" altLang="ja-JP" dirty="0"/>
            </a:br>
            <a:r>
              <a:rPr lang="en-US" altLang="ja-JP" dirty="0"/>
              <a:t>User</a:t>
            </a:r>
            <a:r>
              <a:rPr lang="ja-JP" altLang="en-US" dirty="0"/>
              <a:t>：こんにちは</a:t>
            </a:r>
          </a:p>
          <a:p>
            <a:pPr>
              <a:buNone/>
            </a:pPr>
            <a:r>
              <a:rPr lang="ja-JP" altLang="en-US" dirty="0"/>
              <a:t>＊オセロのゲームプログラムを作ってください</a:t>
            </a:r>
          </a:p>
          <a:p>
            <a:pPr>
              <a:buNone/>
            </a:pPr>
            <a:r>
              <a:rPr lang="ja-JP" altLang="en-US" dirty="0"/>
              <a:t>・プログラムは</a:t>
            </a:r>
            <a:r>
              <a:rPr lang="en-US" altLang="ja-JP" dirty="0"/>
              <a:t>Python</a:t>
            </a:r>
            <a:r>
              <a:rPr lang="ja-JP" altLang="en-US" dirty="0"/>
              <a:t>を使用する</a:t>
            </a:r>
          </a:p>
          <a:p>
            <a:pPr>
              <a:buNone/>
            </a:pPr>
            <a:r>
              <a:rPr lang="ja-JP" altLang="en-US" dirty="0"/>
              <a:t>・</a:t>
            </a:r>
            <a:r>
              <a:rPr lang="en-US" altLang="ja-JP" dirty="0"/>
              <a:t>UI</a:t>
            </a:r>
            <a:r>
              <a:rPr lang="ja-JP" altLang="en-US" dirty="0"/>
              <a:t>については指定はしません</a:t>
            </a:r>
          </a:p>
          <a:p>
            <a:pPr>
              <a:buNone/>
            </a:pPr>
            <a:r>
              <a:rPr lang="ja-JP" altLang="en-US" dirty="0"/>
              <a:t>＊ゲームの見た目とルール</a:t>
            </a:r>
          </a:p>
          <a:p>
            <a:pPr>
              <a:buNone/>
            </a:pPr>
            <a:r>
              <a:rPr lang="ja-JP" altLang="en-US" dirty="0"/>
              <a:t>・石の色は黒と白</a:t>
            </a:r>
          </a:p>
          <a:p>
            <a:pPr>
              <a:buNone/>
            </a:pPr>
            <a:r>
              <a:rPr lang="ja-JP" altLang="en-US" dirty="0"/>
              <a:t>・盤面は緑</a:t>
            </a:r>
          </a:p>
          <a:p>
            <a:r>
              <a:rPr lang="ja-JP" altLang="en-US" dirty="0"/>
              <a:t>・オセロのルールは一般的なオセロを参照すること</a:t>
            </a:r>
          </a:p>
        </p:txBody>
      </p:sp>
      <p:pic>
        <p:nvPicPr>
          <p:cNvPr id="7" name="図 6">
            <a:extLst>
              <a:ext uri="{FF2B5EF4-FFF2-40B4-BE49-F238E27FC236}">
                <a16:creationId xmlns:a16="http://schemas.microsoft.com/office/drawing/2014/main" id="{A89D1E62-65F3-4611-81B6-0B867F778A9B}"/>
              </a:ext>
            </a:extLst>
          </p:cNvPr>
          <p:cNvPicPr>
            <a:picLocks noChangeAspect="1"/>
          </p:cNvPicPr>
          <p:nvPr/>
        </p:nvPicPr>
        <p:blipFill>
          <a:blip r:embed="rId2"/>
          <a:stretch>
            <a:fillRect/>
          </a:stretch>
        </p:blipFill>
        <p:spPr>
          <a:xfrm>
            <a:off x="7086597" y="484615"/>
            <a:ext cx="5148943" cy="2707019"/>
          </a:xfrm>
          <a:prstGeom prst="rect">
            <a:avLst/>
          </a:prstGeom>
        </p:spPr>
      </p:pic>
      <p:sp>
        <p:nvSpPr>
          <p:cNvPr id="8" name="矢印: 右 7">
            <a:extLst>
              <a:ext uri="{FF2B5EF4-FFF2-40B4-BE49-F238E27FC236}">
                <a16:creationId xmlns:a16="http://schemas.microsoft.com/office/drawing/2014/main" id="{3C8C97EE-D068-1C6C-ADB6-ABEF94350DD7}"/>
              </a:ext>
            </a:extLst>
          </p:cNvPr>
          <p:cNvSpPr/>
          <p:nvPr/>
        </p:nvSpPr>
        <p:spPr>
          <a:xfrm>
            <a:off x="5666013" y="1777774"/>
            <a:ext cx="903514" cy="8926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FD0811F3-9A0D-1EF1-F57B-E873D5A2E6B6}"/>
              </a:ext>
            </a:extLst>
          </p:cNvPr>
          <p:cNvSpPr txBox="1"/>
          <p:nvPr/>
        </p:nvSpPr>
        <p:spPr>
          <a:xfrm>
            <a:off x="7043057" y="217944"/>
            <a:ext cx="1077685" cy="369332"/>
          </a:xfrm>
          <a:prstGeom prst="rect">
            <a:avLst/>
          </a:prstGeom>
          <a:noFill/>
        </p:spPr>
        <p:txBody>
          <a:bodyPr wrap="square" rtlCol="0">
            <a:spAutoFit/>
          </a:bodyPr>
          <a:lstStyle/>
          <a:p>
            <a:r>
              <a:rPr kumimoji="1" lang="ja-JP" altLang="en-US" b="1" dirty="0"/>
              <a:t>回答</a:t>
            </a:r>
          </a:p>
        </p:txBody>
      </p:sp>
      <p:sp>
        <p:nvSpPr>
          <p:cNvPr id="10" name="矢印: 右 9">
            <a:extLst>
              <a:ext uri="{FF2B5EF4-FFF2-40B4-BE49-F238E27FC236}">
                <a16:creationId xmlns:a16="http://schemas.microsoft.com/office/drawing/2014/main" id="{EC4DEAC9-BCE4-D539-A2AE-11E5F26EFC18}"/>
              </a:ext>
            </a:extLst>
          </p:cNvPr>
          <p:cNvSpPr/>
          <p:nvPr/>
        </p:nvSpPr>
        <p:spPr>
          <a:xfrm rot="8931951">
            <a:off x="5413819" y="3311578"/>
            <a:ext cx="1530469" cy="8926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6155D0BD-2273-A1D5-E033-82FA28BC6A5D}"/>
              </a:ext>
            </a:extLst>
          </p:cNvPr>
          <p:cNvSpPr txBox="1"/>
          <p:nvPr/>
        </p:nvSpPr>
        <p:spPr>
          <a:xfrm>
            <a:off x="155120" y="5058876"/>
            <a:ext cx="6123214" cy="369332"/>
          </a:xfrm>
          <a:prstGeom prst="rect">
            <a:avLst/>
          </a:prstGeom>
          <a:noFill/>
        </p:spPr>
        <p:txBody>
          <a:bodyPr wrap="square">
            <a:spAutoFit/>
          </a:bodyPr>
          <a:lstStyle/>
          <a:p>
            <a:r>
              <a:rPr lang="en-US" altLang="ja-JP" dirty="0"/>
              <a:t>GUI</a:t>
            </a:r>
            <a:r>
              <a:rPr lang="ja-JP" altLang="en-US" dirty="0"/>
              <a:t>は</a:t>
            </a:r>
            <a:r>
              <a:rPr lang="en-US" altLang="ja-JP" dirty="0" err="1"/>
              <a:t>pygame</a:t>
            </a:r>
            <a:r>
              <a:rPr lang="ja-JP" altLang="en-US" dirty="0"/>
              <a:t>を使用してください</a:t>
            </a:r>
          </a:p>
        </p:txBody>
      </p:sp>
      <p:sp>
        <p:nvSpPr>
          <p:cNvPr id="13" name="矢印: 右 12">
            <a:extLst>
              <a:ext uri="{FF2B5EF4-FFF2-40B4-BE49-F238E27FC236}">
                <a16:creationId xmlns:a16="http://schemas.microsoft.com/office/drawing/2014/main" id="{4DCE68C7-22A1-DCA5-272A-8B1790657487}"/>
              </a:ext>
            </a:extLst>
          </p:cNvPr>
          <p:cNvSpPr/>
          <p:nvPr/>
        </p:nvSpPr>
        <p:spPr>
          <a:xfrm>
            <a:off x="5644243" y="4797227"/>
            <a:ext cx="903514" cy="8926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5" name="図 14">
            <a:extLst>
              <a:ext uri="{FF2B5EF4-FFF2-40B4-BE49-F238E27FC236}">
                <a16:creationId xmlns:a16="http://schemas.microsoft.com/office/drawing/2014/main" id="{AE29CF0C-57A1-2B36-B494-19F4CD25E489}"/>
              </a:ext>
            </a:extLst>
          </p:cNvPr>
          <p:cNvPicPr>
            <a:picLocks noChangeAspect="1"/>
          </p:cNvPicPr>
          <p:nvPr/>
        </p:nvPicPr>
        <p:blipFill>
          <a:blip r:embed="rId3"/>
          <a:stretch>
            <a:fillRect/>
          </a:stretch>
        </p:blipFill>
        <p:spPr>
          <a:xfrm>
            <a:off x="7326506" y="3633090"/>
            <a:ext cx="4431856" cy="2755514"/>
          </a:xfrm>
          <a:prstGeom prst="rect">
            <a:avLst/>
          </a:prstGeom>
        </p:spPr>
      </p:pic>
      <p:sp>
        <p:nvSpPr>
          <p:cNvPr id="16" name="テキスト ボックス 15">
            <a:extLst>
              <a:ext uri="{FF2B5EF4-FFF2-40B4-BE49-F238E27FC236}">
                <a16:creationId xmlns:a16="http://schemas.microsoft.com/office/drawing/2014/main" id="{1DB57B8F-CD59-DB9C-663B-F961F337F9E6}"/>
              </a:ext>
            </a:extLst>
          </p:cNvPr>
          <p:cNvSpPr txBox="1"/>
          <p:nvPr/>
        </p:nvSpPr>
        <p:spPr>
          <a:xfrm>
            <a:off x="8537120" y="6469541"/>
            <a:ext cx="1728108" cy="369332"/>
          </a:xfrm>
          <a:prstGeom prst="rect">
            <a:avLst/>
          </a:prstGeom>
          <a:noFill/>
        </p:spPr>
        <p:txBody>
          <a:bodyPr wrap="square">
            <a:spAutoFit/>
          </a:bodyPr>
          <a:lstStyle/>
          <a:p>
            <a:r>
              <a:rPr lang="ja-JP" altLang="en-US" b="1" dirty="0">
                <a:solidFill>
                  <a:schemeClr val="bg1"/>
                </a:solidFill>
              </a:rPr>
              <a:t>この先コード</a:t>
            </a:r>
          </a:p>
        </p:txBody>
      </p:sp>
      <p:sp>
        <p:nvSpPr>
          <p:cNvPr id="19" name="テキスト ボックス 18">
            <a:extLst>
              <a:ext uri="{FF2B5EF4-FFF2-40B4-BE49-F238E27FC236}">
                <a16:creationId xmlns:a16="http://schemas.microsoft.com/office/drawing/2014/main" id="{4EDBB184-E67E-2168-F3D6-B00B0FCDA8FD}"/>
              </a:ext>
            </a:extLst>
          </p:cNvPr>
          <p:cNvSpPr txBox="1"/>
          <p:nvPr/>
        </p:nvSpPr>
        <p:spPr>
          <a:xfrm>
            <a:off x="-119741" y="64056"/>
            <a:ext cx="6096000" cy="523220"/>
          </a:xfrm>
          <a:prstGeom prst="rect">
            <a:avLst/>
          </a:prstGeom>
          <a:noFill/>
        </p:spPr>
        <p:txBody>
          <a:bodyPr wrap="square">
            <a:spAutoFit/>
          </a:bodyPr>
          <a:lstStyle/>
          <a:p>
            <a:pPr>
              <a:buNone/>
            </a:pPr>
            <a:r>
              <a:rPr lang="ja-JP" altLang="en-US" sz="2800" b="1" dirty="0"/>
              <a:t>とりあえずやってみた</a:t>
            </a:r>
          </a:p>
        </p:txBody>
      </p:sp>
    </p:spTree>
    <p:extLst>
      <p:ext uri="{BB962C8B-B14F-4D97-AF65-F5344CB8AC3E}">
        <p14:creationId xmlns:p14="http://schemas.microsoft.com/office/powerpoint/2010/main" val="187057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正方形/長方形 27">
            <a:extLst>
              <a:ext uri="{FF2B5EF4-FFF2-40B4-BE49-F238E27FC236}">
                <a16:creationId xmlns:a16="http://schemas.microsoft.com/office/drawing/2014/main" id="{CE186D1A-E2ED-0076-57B4-C4051353A83C}"/>
              </a:ext>
            </a:extLst>
          </p:cNvPr>
          <p:cNvSpPr/>
          <p:nvPr/>
        </p:nvSpPr>
        <p:spPr>
          <a:xfrm>
            <a:off x="5525177" y="1185371"/>
            <a:ext cx="6553200" cy="247447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7253CC80-80A8-8C61-558A-3E209A678677}"/>
              </a:ext>
            </a:extLst>
          </p:cNvPr>
          <p:cNvSpPr txBox="1"/>
          <p:nvPr/>
        </p:nvSpPr>
        <p:spPr>
          <a:xfrm>
            <a:off x="0" y="191479"/>
            <a:ext cx="11593286" cy="646331"/>
          </a:xfrm>
          <a:prstGeom prst="rect">
            <a:avLst/>
          </a:prstGeom>
          <a:noFill/>
        </p:spPr>
        <p:txBody>
          <a:bodyPr wrap="square">
            <a:spAutoFit/>
          </a:bodyPr>
          <a:lstStyle/>
          <a:p>
            <a:r>
              <a:rPr lang="ja-JP" altLang="en-US" b="1" dirty="0"/>
              <a:t>今回生成されたプログラム</a:t>
            </a:r>
            <a:br>
              <a:rPr lang="en-US" altLang="ja-JP" dirty="0"/>
            </a:br>
            <a:r>
              <a:rPr lang="ja-JP" altLang="en-US" dirty="0"/>
              <a:t>　"C:\Users\I_can\OneDrive\ドキュメント\python_sapu\VScode_practis\make_game\osero_base.py"</a:t>
            </a:r>
          </a:p>
        </p:txBody>
      </p:sp>
      <p:pic>
        <p:nvPicPr>
          <p:cNvPr id="9" name="図 8">
            <a:extLst>
              <a:ext uri="{FF2B5EF4-FFF2-40B4-BE49-F238E27FC236}">
                <a16:creationId xmlns:a16="http://schemas.microsoft.com/office/drawing/2014/main" id="{68144F19-929C-53C7-4F4C-FE6795FAE133}"/>
              </a:ext>
            </a:extLst>
          </p:cNvPr>
          <p:cNvPicPr>
            <a:picLocks noChangeAspect="1"/>
          </p:cNvPicPr>
          <p:nvPr/>
        </p:nvPicPr>
        <p:blipFill>
          <a:blip r:embed="rId2"/>
          <a:stretch>
            <a:fillRect/>
          </a:stretch>
        </p:blipFill>
        <p:spPr>
          <a:xfrm>
            <a:off x="130629" y="4584175"/>
            <a:ext cx="6291157" cy="2273825"/>
          </a:xfrm>
          <a:prstGeom prst="rect">
            <a:avLst/>
          </a:prstGeom>
        </p:spPr>
      </p:pic>
      <p:sp>
        <p:nvSpPr>
          <p:cNvPr id="10" name="テキスト ボックス 9">
            <a:extLst>
              <a:ext uri="{FF2B5EF4-FFF2-40B4-BE49-F238E27FC236}">
                <a16:creationId xmlns:a16="http://schemas.microsoft.com/office/drawing/2014/main" id="{0F71D9B2-D5D9-6B02-1BEE-860045B49A16}"/>
              </a:ext>
            </a:extLst>
          </p:cNvPr>
          <p:cNvSpPr txBox="1"/>
          <p:nvPr/>
        </p:nvSpPr>
        <p:spPr>
          <a:xfrm>
            <a:off x="-76200" y="4093028"/>
            <a:ext cx="3877985" cy="369332"/>
          </a:xfrm>
          <a:prstGeom prst="rect">
            <a:avLst/>
          </a:prstGeom>
          <a:noFill/>
        </p:spPr>
        <p:txBody>
          <a:bodyPr wrap="none" rtlCol="0">
            <a:spAutoFit/>
          </a:bodyPr>
          <a:lstStyle/>
          <a:p>
            <a:r>
              <a:rPr kumimoji="1" lang="ja-JP" altLang="en-US" dirty="0"/>
              <a:t>さらに追加機能、改善の提案の実行</a:t>
            </a:r>
          </a:p>
        </p:txBody>
      </p:sp>
      <p:sp>
        <p:nvSpPr>
          <p:cNvPr id="11" name="テキスト ボックス 10">
            <a:extLst>
              <a:ext uri="{FF2B5EF4-FFF2-40B4-BE49-F238E27FC236}">
                <a16:creationId xmlns:a16="http://schemas.microsoft.com/office/drawing/2014/main" id="{23803018-611F-E394-B6FA-C826F9D76722}"/>
              </a:ext>
            </a:extLst>
          </p:cNvPr>
          <p:cNvSpPr txBox="1"/>
          <p:nvPr/>
        </p:nvSpPr>
        <p:spPr>
          <a:xfrm>
            <a:off x="0" y="847524"/>
            <a:ext cx="1107996" cy="369332"/>
          </a:xfrm>
          <a:prstGeom prst="rect">
            <a:avLst/>
          </a:prstGeom>
          <a:noFill/>
        </p:spPr>
        <p:txBody>
          <a:bodyPr wrap="none" rtlCol="0">
            <a:spAutoFit/>
          </a:bodyPr>
          <a:lstStyle/>
          <a:p>
            <a:r>
              <a:rPr kumimoji="1" lang="ja-JP" altLang="en-US" b="1" dirty="0"/>
              <a:t>実行結果</a:t>
            </a:r>
          </a:p>
        </p:txBody>
      </p:sp>
      <p:pic>
        <p:nvPicPr>
          <p:cNvPr id="13" name="図 12">
            <a:extLst>
              <a:ext uri="{FF2B5EF4-FFF2-40B4-BE49-F238E27FC236}">
                <a16:creationId xmlns:a16="http://schemas.microsoft.com/office/drawing/2014/main" id="{128B868C-B3D3-CCAB-4DA5-F8FBA48292C7}"/>
              </a:ext>
            </a:extLst>
          </p:cNvPr>
          <p:cNvPicPr>
            <a:picLocks noChangeAspect="1"/>
          </p:cNvPicPr>
          <p:nvPr/>
        </p:nvPicPr>
        <p:blipFill>
          <a:blip r:embed="rId3"/>
          <a:stretch>
            <a:fillRect/>
          </a:stretch>
        </p:blipFill>
        <p:spPr>
          <a:xfrm>
            <a:off x="457199" y="1185371"/>
            <a:ext cx="1951265" cy="2053963"/>
          </a:xfrm>
          <a:prstGeom prst="rect">
            <a:avLst/>
          </a:prstGeom>
        </p:spPr>
      </p:pic>
      <p:pic>
        <p:nvPicPr>
          <p:cNvPr id="15" name="図 14">
            <a:extLst>
              <a:ext uri="{FF2B5EF4-FFF2-40B4-BE49-F238E27FC236}">
                <a16:creationId xmlns:a16="http://schemas.microsoft.com/office/drawing/2014/main" id="{E7B9B5EB-47DB-A03B-8D85-86228A9C9E93}"/>
              </a:ext>
            </a:extLst>
          </p:cNvPr>
          <p:cNvPicPr>
            <a:picLocks noChangeAspect="1"/>
          </p:cNvPicPr>
          <p:nvPr/>
        </p:nvPicPr>
        <p:blipFill>
          <a:blip r:embed="rId4"/>
          <a:stretch>
            <a:fillRect/>
          </a:stretch>
        </p:blipFill>
        <p:spPr>
          <a:xfrm>
            <a:off x="3004353" y="1185371"/>
            <a:ext cx="1963678" cy="2053962"/>
          </a:xfrm>
          <a:prstGeom prst="rect">
            <a:avLst/>
          </a:prstGeom>
        </p:spPr>
      </p:pic>
      <p:sp>
        <p:nvSpPr>
          <p:cNvPr id="16" name="矢印: 右 15">
            <a:extLst>
              <a:ext uri="{FF2B5EF4-FFF2-40B4-BE49-F238E27FC236}">
                <a16:creationId xmlns:a16="http://schemas.microsoft.com/office/drawing/2014/main" id="{322B7278-4029-A2B9-1C5A-F46D35557280}"/>
              </a:ext>
            </a:extLst>
          </p:cNvPr>
          <p:cNvSpPr/>
          <p:nvPr/>
        </p:nvSpPr>
        <p:spPr>
          <a:xfrm>
            <a:off x="2432931" y="1861906"/>
            <a:ext cx="522514" cy="8490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B80907AC-A872-8197-260F-EBB322805B65}"/>
              </a:ext>
            </a:extLst>
          </p:cNvPr>
          <p:cNvSpPr txBox="1"/>
          <p:nvPr/>
        </p:nvSpPr>
        <p:spPr>
          <a:xfrm>
            <a:off x="5458918" y="1248507"/>
            <a:ext cx="6553200" cy="923330"/>
          </a:xfrm>
          <a:prstGeom prst="rect">
            <a:avLst/>
          </a:prstGeom>
          <a:noFill/>
        </p:spPr>
        <p:txBody>
          <a:bodyPr wrap="square" rtlCol="0">
            <a:spAutoFit/>
          </a:bodyPr>
          <a:lstStyle/>
          <a:p>
            <a:r>
              <a:rPr kumimoji="1" lang="ja-JP" altLang="en-US" dirty="0"/>
              <a:t>プログラムを実行するとオセロとして成立</a:t>
            </a:r>
            <a:endParaRPr kumimoji="1" lang="en-US" altLang="ja-JP" dirty="0"/>
          </a:p>
          <a:p>
            <a:r>
              <a:rPr lang="ja-JP" altLang="en-US" dirty="0"/>
              <a:t>一般的なルールに従っておける場所</a:t>
            </a:r>
            <a:r>
              <a:rPr lang="en-US" altLang="ja-JP" dirty="0"/>
              <a:t>,</a:t>
            </a:r>
            <a:r>
              <a:rPr lang="ja-JP" altLang="en-US" dirty="0"/>
              <a:t>おけない場所もちゃんと</a:t>
            </a:r>
            <a:endParaRPr lang="en-US" altLang="ja-JP" dirty="0"/>
          </a:p>
          <a:p>
            <a:r>
              <a:rPr kumimoji="1" lang="ja-JP" altLang="en-US" dirty="0"/>
              <a:t>できている</a:t>
            </a:r>
          </a:p>
        </p:txBody>
      </p:sp>
      <p:sp>
        <p:nvSpPr>
          <p:cNvPr id="24" name="テキスト ボックス 23">
            <a:extLst>
              <a:ext uri="{FF2B5EF4-FFF2-40B4-BE49-F238E27FC236}">
                <a16:creationId xmlns:a16="http://schemas.microsoft.com/office/drawing/2014/main" id="{6D859115-5D26-94C7-9424-729AC1A14432}"/>
              </a:ext>
            </a:extLst>
          </p:cNvPr>
          <p:cNvSpPr txBox="1"/>
          <p:nvPr/>
        </p:nvSpPr>
        <p:spPr>
          <a:xfrm>
            <a:off x="5458918" y="2139052"/>
            <a:ext cx="6847113" cy="253916"/>
          </a:xfrm>
          <a:prstGeom prst="rect">
            <a:avLst/>
          </a:prstGeom>
          <a:noFill/>
        </p:spPr>
        <p:txBody>
          <a:bodyPr wrap="square" rtlCol="0">
            <a:spAutoFit/>
          </a:bodyPr>
          <a:lstStyle/>
          <a:p>
            <a:r>
              <a:rPr lang="ja-JP" altLang="en-US" sz="1050" b="1" dirty="0"/>
              <a:t>余談：白を打てない状態にしたらスタックするか確認したがおけない場合黒が連続で打てるようになっている</a:t>
            </a:r>
            <a:endParaRPr kumimoji="1" lang="ja-JP" altLang="en-US" sz="1050" b="1" dirty="0"/>
          </a:p>
        </p:txBody>
      </p:sp>
      <p:grpSp>
        <p:nvGrpSpPr>
          <p:cNvPr id="27" name="グループ化 26">
            <a:extLst>
              <a:ext uri="{FF2B5EF4-FFF2-40B4-BE49-F238E27FC236}">
                <a16:creationId xmlns:a16="http://schemas.microsoft.com/office/drawing/2014/main" id="{FED70BFB-CA9D-AFB1-F8B4-492F6502C2CD}"/>
              </a:ext>
            </a:extLst>
          </p:cNvPr>
          <p:cNvGrpSpPr/>
          <p:nvPr/>
        </p:nvGrpSpPr>
        <p:grpSpPr>
          <a:xfrm>
            <a:off x="6421786" y="2392968"/>
            <a:ext cx="4743318" cy="1133923"/>
            <a:chOff x="6225260" y="3100620"/>
            <a:chExt cx="6802087" cy="1970314"/>
          </a:xfrm>
        </p:grpSpPr>
        <p:pic>
          <p:nvPicPr>
            <p:cNvPr id="21" name="図 20">
              <a:extLst>
                <a:ext uri="{FF2B5EF4-FFF2-40B4-BE49-F238E27FC236}">
                  <a16:creationId xmlns:a16="http://schemas.microsoft.com/office/drawing/2014/main" id="{BCE425B4-DCCC-7889-BE2B-B2890306B9C9}"/>
                </a:ext>
              </a:extLst>
            </p:cNvPr>
            <p:cNvPicPr>
              <a:picLocks noChangeAspect="1"/>
            </p:cNvPicPr>
            <p:nvPr/>
          </p:nvPicPr>
          <p:blipFill>
            <a:blip r:embed="rId5"/>
            <a:stretch>
              <a:fillRect/>
            </a:stretch>
          </p:blipFill>
          <p:spPr>
            <a:xfrm>
              <a:off x="6225260" y="3100621"/>
              <a:ext cx="1896675" cy="1970313"/>
            </a:xfrm>
            <a:prstGeom prst="rect">
              <a:avLst/>
            </a:prstGeom>
          </p:spPr>
        </p:pic>
        <p:pic>
          <p:nvPicPr>
            <p:cNvPr id="22" name="図 21">
              <a:extLst>
                <a:ext uri="{FF2B5EF4-FFF2-40B4-BE49-F238E27FC236}">
                  <a16:creationId xmlns:a16="http://schemas.microsoft.com/office/drawing/2014/main" id="{C5F39F95-F384-8EEE-733E-CA9FC6DA8880}"/>
                </a:ext>
              </a:extLst>
            </p:cNvPr>
            <p:cNvPicPr>
              <a:picLocks noChangeAspect="1"/>
            </p:cNvPicPr>
            <p:nvPr/>
          </p:nvPicPr>
          <p:blipFill>
            <a:blip r:embed="rId6"/>
            <a:stretch>
              <a:fillRect/>
            </a:stretch>
          </p:blipFill>
          <p:spPr>
            <a:xfrm>
              <a:off x="8670146" y="3100621"/>
              <a:ext cx="1898809" cy="1970313"/>
            </a:xfrm>
            <a:prstGeom prst="rect">
              <a:avLst/>
            </a:prstGeom>
          </p:spPr>
        </p:pic>
        <p:pic>
          <p:nvPicPr>
            <p:cNvPr id="23" name="図 22">
              <a:extLst>
                <a:ext uri="{FF2B5EF4-FFF2-40B4-BE49-F238E27FC236}">
                  <a16:creationId xmlns:a16="http://schemas.microsoft.com/office/drawing/2014/main" id="{3D13C491-7DF4-B164-01AB-C6CEE565FC74}"/>
                </a:ext>
              </a:extLst>
            </p:cNvPr>
            <p:cNvPicPr>
              <a:picLocks noChangeAspect="1"/>
            </p:cNvPicPr>
            <p:nvPr/>
          </p:nvPicPr>
          <p:blipFill>
            <a:blip r:embed="rId7"/>
            <a:stretch>
              <a:fillRect/>
            </a:stretch>
          </p:blipFill>
          <p:spPr>
            <a:xfrm>
              <a:off x="11117166" y="3100620"/>
              <a:ext cx="1910181" cy="1970313"/>
            </a:xfrm>
            <a:prstGeom prst="rect">
              <a:avLst/>
            </a:prstGeom>
          </p:spPr>
        </p:pic>
        <p:sp>
          <p:nvSpPr>
            <p:cNvPr id="25" name="矢印: 右 24">
              <a:extLst>
                <a:ext uri="{FF2B5EF4-FFF2-40B4-BE49-F238E27FC236}">
                  <a16:creationId xmlns:a16="http://schemas.microsoft.com/office/drawing/2014/main" id="{0314B95F-CE53-F386-04BB-3E0FA64F47C8}"/>
                </a:ext>
              </a:extLst>
            </p:cNvPr>
            <p:cNvSpPr/>
            <p:nvPr/>
          </p:nvSpPr>
          <p:spPr>
            <a:xfrm>
              <a:off x="10739646" y="3595918"/>
              <a:ext cx="206829" cy="9797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矢印: 右 25">
              <a:extLst>
                <a:ext uri="{FF2B5EF4-FFF2-40B4-BE49-F238E27FC236}">
                  <a16:creationId xmlns:a16="http://schemas.microsoft.com/office/drawing/2014/main" id="{4BCC3FA6-DA8D-825D-E663-DCA9459A0198}"/>
                </a:ext>
              </a:extLst>
            </p:cNvPr>
            <p:cNvSpPr/>
            <p:nvPr/>
          </p:nvSpPr>
          <p:spPr>
            <a:xfrm>
              <a:off x="8292626" y="3595918"/>
              <a:ext cx="206829" cy="9797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1989183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テキスト ボックス 12">
            <a:extLst>
              <a:ext uri="{FF2B5EF4-FFF2-40B4-BE49-F238E27FC236}">
                <a16:creationId xmlns:a16="http://schemas.microsoft.com/office/drawing/2014/main" id="{79A2A18A-0DF8-CD45-8799-56C6146AEA5B}"/>
              </a:ext>
            </a:extLst>
          </p:cNvPr>
          <p:cNvSpPr txBox="1"/>
          <p:nvPr/>
        </p:nvSpPr>
        <p:spPr>
          <a:xfrm flipH="1">
            <a:off x="-2" y="695529"/>
            <a:ext cx="11179630" cy="2308324"/>
          </a:xfrm>
          <a:prstGeom prst="rect">
            <a:avLst/>
          </a:prstGeom>
          <a:noFill/>
        </p:spPr>
        <p:txBody>
          <a:bodyPr wrap="square" rtlCol="0">
            <a:spAutoFit/>
          </a:bodyPr>
          <a:lstStyle/>
          <a:p>
            <a:r>
              <a:rPr lang="ja-JP" altLang="en-US" dirty="0"/>
              <a:t>バグ：</a:t>
            </a:r>
            <a:br>
              <a:rPr lang="en-US" altLang="ja-JP" dirty="0"/>
            </a:br>
            <a:r>
              <a:rPr lang="ja-JP" altLang="en-US" dirty="0"/>
              <a:t>・</a:t>
            </a:r>
            <a:r>
              <a:rPr kumimoji="1" lang="ja-JP" altLang="en-US" dirty="0"/>
              <a:t>ゲーム終了時の勝ち負け判定が出ない</a:t>
            </a:r>
            <a:endParaRPr kumimoji="1" lang="en-US" altLang="ja-JP" dirty="0"/>
          </a:p>
          <a:p>
            <a:r>
              <a:rPr lang="ja-JP" altLang="en-US" dirty="0"/>
              <a:t>　プログラム上は規定があるが終了時の</a:t>
            </a:r>
            <a:r>
              <a:rPr lang="en-US" altLang="ja-JP" dirty="0"/>
              <a:t>GUI</a:t>
            </a:r>
            <a:r>
              <a:rPr lang="ja-JP" altLang="en-US" dirty="0"/>
              <a:t>として文字を読み込んでいるが文字化けをおこしている</a:t>
            </a:r>
            <a:endParaRPr kumimoji="1" lang="en-US" altLang="ja-JP" dirty="0"/>
          </a:p>
          <a:p>
            <a:endParaRPr lang="en-US" altLang="ja-JP" dirty="0"/>
          </a:p>
          <a:p>
            <a:endParaRPr kumimoji="1" lang="en-US" altLang="ja-JP" dirty="0"/>
          </a:p>
          <a:p>
            <a:endParaRPr lang="en-US" altLang="ja-JP" dirty="0"/>
          </a:p>
          <a:p>
            <a:endParaRPr kumimoji="1" lang="en-US" altLang="ja-JP" dirty="0"/>
          </a:p>
          <a:p>
            <a:endParaRPr kumimoji="1" lang="ja-JP" altLang="en-US" dirty="0"/>
          </a:p>
        </p:txBody>
      </p:sp>
      <p:pic>
        <p:nvPicPr>
          <p:cNvPr id="14" name="図 13">
            <a:extLst>
              <a:ext uri="{FF2B5EF4-FFF2-40B4-BE49-F238E27FC236}">
                <a16:creationId xmlns:a16="http://schemas.microsoft.com/office/drawing/2014/main" id="{2B1905F3-F7BA-9FA8-3CF1-D70A89DFAD7E}"/>
              </a:ext>
            </a:extLst>
          </p:cNvPr>
          <p:cNvPicPr>
            <a:picLocks noChangeAspect="1"/>
          </p:cNvPicPr>
          <p:nvPr/>
        </p:nvPicPr>
        <p:blipFill>
          <a:blip r:embed="rId2"/>
          <a:stretch>
            <a:fillRect/>
          </a:stretch>
        </p:blipFill>
        <p:spPr>
          <a:xfrm>
            <a:off x="468353" y="1765592"/>
            <a:ext cx="4435330" cy="1381687"/>
          </a:xfrm>
          <a:prstGeom prst="rect">
            <a:avLst/>
          </a:prstGeom>
        </p:spPr>
      </p:pic>
      <p:sp>
        <p:nvSpPr>
          <p:cNvPr id="16" name="テキスト ボックス 15">
            <a:extLst>
              <a:ext uri="{FF2B5EF4-FFF2-40B4-BE49-F238E27FC236}">
                <a16:creationId xmlns:a16="http://schemas.microsoft.com/office/drawing/2014/main" id="{94ACEF2C-91C2-4B04-21AB-D89843D4241E}"/>
              </a:ext>
            </a:extLst>
          </p:cNvPr>
          <p:cNvSpPr txBox="1"/>
          <p:nvPr/>
        </p:nvSpPr>
        <p:spPr>
          <a:xfrm flipH="1">
            <a:off x="0" y="114805"/>
            <a:ext cx="5725886" cy="523220"/>
          </a:xfrm>
          <a:prstGeom prst="rect">
            <a:avLst/>
          </a:prstGeom>
          <a:noFill/>
        </p:spPr>
        <p:txBody>
          <a:bodyPr wrap="square" rtlCol="0">
            <a:spAutoFit/>
          </a:bodyPr>
          <a:lstStyle/>
          <a:p>
            <a:r>
              <a:rPr kumimoji="1" lang="ja-JP" altLang="en-US" sz="2800" b="1" dirty="0"/>
              <a:t>問題点</a:t>
            </a:r>
          </a:p>
        </p:txBody>
      </p:sp>
      <p:pic>
        <p:nvPicPr>
          <p:cNvPr id="18" name="図 17">
            <a:extLst>
              <a:ext uri="{FF2B5EF4-FFF2-40B4-BE49-F238E27FC236}">
                <a16:creationId xmlns:a16="http://schemas.microsoft.com/office/drawing/2014/main" id="{EEFED7E8-6ECB-02B5-8072-6E2045E2EB1E}"/>
              </a:ext>
            </a:extLst>
          </p:cNvPr>
          <p:cNvPicPr>
            <a:picLocks noChangeAspect="1"/>
          </p:cNvPicPr>
          <p:nvPr/>
        </p:nvPicPr>
        <p:blipFill>
          <a:blip r:embed="rId3"/>
          <a:stretch>
            <a:fillRect/>
          </a:stretch>
        </p:blipFill>
        <p:spPr>
          <a:xfrm>
            <a:off x="5317609" y="1851513"/>
            <a:ext cx="2353003" cy="1209844"/>
          </a:xfrm>
          <a:prstGeom prst="rect">
            <a:avLst/>
          </a:prstGeom>
        </p:spPr>
      </p:pic>
    </p:spTree>
    <p:extLst>
      <p:ext uri="{BB962C8B-B14F-4D97-AF65-F5344CB8AC3E}">
        <p14:creationId xmlns:p14="http://schemas.microsoft.com/office/powerpoint/2010/main" val="1473349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吹き出し: 四角形 16">
            <a:extLst>
              <a:ext uri="{FF2B5EF4-FFF2-40B4-BE49-F238E27FC236}">
                <a16:creationId xmlns:a16="http://schemas.microsoft.com/office/drawing/2014/main" id="{786831B7-53E7-FD0F-9C0B-8F7B3EB61B11}"/>
              </a:ext>
            </a:extLst>
          </p:cNvPr>
          <p:cNvSpPr/>
          <p:nvPr/>
        </p:nvSpPr>
        <p:spPr>
          <a:xfrm>
            <a:off x="1735143" y="3613666"/>
            <a:ext cx="3766458" cy="2928257"/>
          </a:xfrm>
          <a:prstGeom prst="wedgeRectCallout">
            <a:avLst>
              <a:gd name="adj1" fmla="val 78011"/>
              <a:gd name="adj2" fmla="val 934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DC0EF49B-3C3B-3B6D-B4BF-1BE244A642C1}"/>
              </a:ext>
            </a:extLst>
          </p:cNvPr>
          <p:cNvSpPr/>
          <p:nvPr/>
        </p:nvSpPr>
        <p:spPr>
          <a:xfrm>
            <a:off x="6389914" y="4985657"/>
            <a:ext cx="4234543" cy="838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67272BE2-9F92-F604-4475-A2192499854F}"/>
              </a:ext>
            </a:extLst>
          </p:cNvPr>
          <p:cNvSpPr txBox="1"/>
          <p:nvPr/>
        </p:nvSpPr>
        <p:spPr>
          <a:xfrm>
            <a:off x="38098" y="283028"/>
            <a:ext cx="5143438" cy="369332"/>
          </a:xfrm>
          <a:prstGeom prst="rect">
            <a:avLst/>
          </a:prstGeom>
          <a:noFill/>
        </p:spPr>
        <p:txBody>
          <a:bodyPr wrap="square" rtlCol="0">
            <a:spAutoFit/>
          </a:bodyPr>
          <a:lstStyle/>
          <a:p>
            <a:r>
              <a:rPr kumimoji="1" lang="ja-JP" altLang="en-US" dirty="0"/>
              <a:t>まずはこれを修正してみる</a:t>
            </a:r>
          </a:p>
        </p:txBody>
      </p:sp>
      <p:pic>
        <p:nvPicPr>
          <p:cNvPr id="21" name="図 20">
            <a:extLst>
              <a:ext uri="{FF2B5EF4-FFF2-40B4-BE49-F238E27FC236}">
                <a16:creationId xmlns:a16="http://schemas.microsoft.com/office/drawing/2014/main" id="{3A30FF5A-8DFD-85AD-4A05-D490F0FF376A}"/>
              </a:ext>
            </a:extLst>
          </p:cNvPr>
          <p:cNvPicPr>
            <a:picLocks noChangeAspect="1"/>
          </p:cNvPicPr>
          <p:nvPr/>
        </p:nvPicPr>
        <p:blipFill>
          <a:blip r:embed="rId2"/>
          <a:stretch>
            <a:fillRect/>
          </a:stretch>
        </p:blipFill>
        <p:spPr>
          <a:xfrm>
            <a:off x="289534" y="987881"/>
            <a:ext cx="4205139" cy="2441119"/>
          </a:xfrm>
          <a:prstGeom prst="rect">
            <a:avLst/>
          </a:prstGeom>
        </p:spPr>
      </p:pic>
      <p:sp>
        <p:nvSpPr>
          <p:cNvPr id="5" name="テキスト ボックス 4">
            <a:extLst>
              <a:ext uri="{FF2B5EF4-FFF2-40B4-BE49-F238E27FC236}">
                <a16:creationId xmlns:a16="http://schemas.microsoft.com/office/drawing/2014/main" id="{61A65AA4-C335-0350-32B0-12202DA83B04}"/>
              </a:ext>
            </a:extLst>
          </p:cNvPr>
          <p:cNvSpPr txBox="1"/>
          <p:nvPr/>
        </p:nvSpPr>
        <p:spPr>
          <a:xfrm>
            <a:off x="155122" y="803215"/>
            <a:ext cx="6101442" cy="369332"/>
          </a:xfrm>
          <a:prstGeom prst="rect">
            <a:avLst/>
          </a:prstGeom>
          <a:noFill/>
        </p:spPr>
        <p:txBody>
          <a:bodyPr wrap="square">
            <a:spAutoFit/>
          </a:bodyPr>
          <a:lstStyle/>
          <a:p>
            <a:r>
              <a:rPr lang="ja-JP" altLang="en-US" b="1" dirty="0"/>
              <a:t>打ち込んだ内容</a:t>
            </a:r>
            <a:endParaRPr lang="ja-JP" altLang="en-US" dirty="0"/>
          </a:p>
        </p:txBody>
      </p:sp>
      <p:pic>
        <p:nvPicPr>
          <p:cNvPr id="7" name="図 6">
            <a:extLst>
              <a:ext uri="{FF2B5EF4-FFF2-40B4-BE49-F238E27FC236}">
                <a16:creationId xmlns:a16="http://schemas.microsoft.com/office/drawing/2014/main" id="{98BCF40C-6DA1-63B1-FE95-DEECA93EB614}"/>
              </a:ext>
            </a:extLst>
          </p:cNvPr>
          <p:cNvPicPr>
            <a:picLocks noChangeAspect="1"/>
          </p:cNvPicPr>
          <p:nvPr/>
        </p:nvPicPr>
        <p:blipFill>
          <a:blip r:embed="rId3"/>
          <a:stretch>
            <a:fillRect/>
          </a:stretch>
        </p:blipFill>
        <p:spPr>
          <a:xfrm>
            <a:off x="6256564" y="510540"/>
            <a:ext cx="4520293" cy="2793950"/>
          </a:xfrm>
          <a:prstGeom prst="rect">
            <a:avLst/>
          </a:prstGeom>
        </p:spPr>
      </p:pic>
      <p:sp>
        <p:nvSpPr>
          <p:cNvPr id="8" name="矢印: 右 7">
            <a:extLst>
              <a:ext uri="{FF2B5EF4-FFF2-40B4-BE49-F238E27FC236}">
                <a16:creationId xmlns:a16="http://schemas.microsoft.com/office/drawing/2014/main" id="{6A28488D-BBD1-74CF-DDC3-388D8389EA04}"/>
              </a:ext>
            </a:extLst>
          </p:cNvPr>
          <p:cNvSpPr/>
          <p:nvPr/>
        </p:nvSpPr>
        <p:spPr>
          <a:xfrm>
            <a:off x="4981808" y="1465223"/>
            <a:ext cx="838200" cy="13607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 name="図 9">
            <a:extLst>
              <a:ext uri="{FF2B5EF4-FFF2-40B4-BE49-F238E27FC236}">
                <a16:creationId xmlns:a16="http://schemas.microsoft.com/office/drawing/2014/main" id="{439BA652-C477-EF29-29FD-44DFB132865F}"/>
              </a:ext>
            </a:extLst>
          </p:cNvPr>
          <p:cNvPicPr>
            <a:picLocks noChangeAspect="1"/>
          </p:cNvPicPr>
          <p:nvPr/>
        </p:nvPicPr>
        <p:blipFill>
          <a:blip r:embed="rId4"/>
          <a:stretch>
            <a:fillRect/>
          </a:stretch>
        </p:blipFill>
        <p:spPr>
          <a:xfrm>
            <a:off x="6256564" y="3304491"/>
            <a:ext cx="4520293" cy="1802762"/>
          </a:xfrm>
          <a:prstGeom prst="rect">
            <a:avLst/>
          </a:prstGeom>
        </p:spPr>
      </p:pic>
      <p:pic>
        <p:nvPicPr>
          <p:cNvPr id="12" name="図 11">
            <a:extLst>
              <a:ext uri="{FF2B5EF4-FFF2-40B4-BE49-F238E27FC236}">
                <a16:creationId xmlns:a16="http://schemas.microsoft.com/office/drawing/2014/main" id="{8D27B657-4607-59F2-B238-4551B10040B1}"/>
              </a:ext>
            </a:extLst>
          </p:cNvPr>
          <p:cNvPicPr>
            <a:picLocks noChangeAspect="1"/>
          </p:cNvPicPr>
          <p:nvPr/>
        </p:nvPicPr>
        <p:blipFill>
          <a:blip r:embed="rId5"/>
          <a:stretch>
            <a:fillRect/>
          </a:stretch>
        </p:blipFill>
        <p:spPr>
          <a:xfrm>
            <a:off x="6256564" y="5910342"/>
            <a:ext cx="4663149" cy="712360"/>
          </a:xfrm>
          <a:prstGeom prst="rect">
            <a:avLst/>
          </a:prstGeom>
        </p:spPr>
      </p:pic>
      <p:sp>
        <p:nvSpPr>
          <p:cNvPr id="13" name="テキスト ボックス 12">
            <a:extLst>
              <a:ext uri="{FF2B5EF4-FFF2-40B4-BE49-F238E27FC236}">
                <a16:creationId xmlns:a16="http://schemas.microsoft.com/office/drawing/2014/main" id="{962CA1F4-E171-D3A5-3BCA-FB332FBC0780}"/>
              </a:ext>
            </a:extLst>
          </p:cNvPr>
          <p:cNvSpPr txBox="1"/>
          <p:nvPr/>
        </p:nvSpPr>
        <p:spPr>
          <a:xfrm>
            <a:off x="7724084" y="5270791"/>
            <a:ext cx="1728108" cy="369332"/>
          </a:xfrm>
          <a:prstGeom prst="rect">
            <a:avLst/>
          </a:prstGeom>
          <a:noFill/>
        </p:spPr>
        <p:txBody>
          <a:bodyPr wrap="square">
            <a:spAutoFit/>
          </a:bodyPr>
          <a:lstStyle/>
          <a:p>
            <a:r>
              <a:rPr lang="ja-JP" altLang="en-US" b="1" dirty="0">
                <a:solidFill>
                  <a:schemeClr val="bg1"/>
                </a:solidFill>
              </a:rPr>
              <a:t>提案コード</a:t>
            </a:r>
          </a:p>
        </p:txBody>
      </p:sp>
      <p:pic>
        <p:nvPicPr>
          <p:cNvPr id="16" name="図 15">
            <a:extLst>
              <a:ext uri="{FF2B5EF4-FFF2-40B4-BE49-F238E27FC236}">
                <a16:creationId xmlns:a16="http://schemas.microsoft.com/office/drawing/2014/main" id="{779B289C-D775-31AB-8A97-F7EA97C8B9A2}"/>
              </a:ext>
            </a:extLst>
          </p:cNvPr>
          <p:cNvPicPr>
            <a:picLocks noChangeAspect="1"/>
          </p:cNvPicPr>
          <p:nvPr/>
        </p:nvPicPr>
        <p:blipFill>
          <a:blip r:embed="rId6"/>
          <a:stretch>
            <a:fillRect/>
          </a:stretch>
        </p:blipFill>
        <p:spPr>
          <a:xfrm>
            <a:off x="2102871" y="3825373"/>
            <a:ext cx="3015279" cy="2475659"/>
          </a:xfrm>
          <a:prstGeom prst="rect">
            <a:avLst/>
          </a:prstGeom>
        </p:spPr>
      </p:pic>
    </p:spTree>
    <p:extLst>
      <p:ext uri="{BB962C8B-B14F-4D97-AF65-F5344CB8AC3E}">
        <p14:creationId xmlns:p14="http://schemas.microsoft.com/office/powerpoint/2010/main" val="992084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C8F50961-2FA6-6CCC-D560-BFCF5E8EB506}"/>
              </a:ext>
            </a:extLst>
          </p:cNvPr>
          <p:cNvPicPr>
            <a:picLocks noChangeAspect="1"/>
          </p:cNvPicPr>
          <p:nvPr/>
        </p:nvPicPr>
        <p:blipFill>
          <a:blip r:embed="rId2"/>
          <a:stretch>
            <a:fillRect/>
          </a:stretch>
        </p:blipFill>
        <p:spPr>
          <a:xfrm>
            <a:off x="833172" y="1463153"/>
            <a:ext cx="3820058" cy="1362265"/>
          </a:xfrm>
          <a:prstGeom prst="rect">
            <a:avLst/>
          </a:prstGeom>
        </p:spPr>
      </p:pic>
      <p:sp>
        <p:nvSpPr>
          <p:cNvPr id="6" name="テキスト ボックス 5">
            <a:extLst>
              <a:ext uri="{FF2B5EF4-FFF2-40B4-BE49-F238E27FC236}">
                <a16:creationId xmlns:a16="http://schemas.microsoft.com/office/drawing/2014/main" id="{7274C52B-339E-ED46-8820-8837F26344A0}"/>
              </a:ext>
            </a:extLst>
          </p:cNvPr>
          <p:cNvSpPr txBox="1"/>
          <p:nvPr/>
        </p:nvSpPr>
        <p:spPr>
          <a:xfrm>
            <a:off x="94116" y="335895"/>
            <a:ext cx="11517897" cy="646331"/>
          </a:xfrm>
          <a:prstGeom prst="rect">
            <a:avLst/>
          </a:prstGeom>
          <a:noFill/>
        </p:spPr>
        <p:txBody>
          <a:bodyPr wrap="none" rtlCol="0">
            <a:spAutoFit/>
          </a:bodyPr>
          <a:lstStyle/>
          <a:p>
            <a:r>
              <a:rPr kumimoji="1" lang="ja-JP" altLang="en-US" b="1" dirty="0"/>
              <a:t>実行結果</a:t>
            </a:r>
            <a:br>
              <a:rPr kumimoji="1" lang="en-US" altLang="ja-JP" b="1" dirty="0"/>
            </a:br>
            <a:r>
              <a:rPr kumimoji="1" lang="en-US" altLang="ja-JP" b="1" dirty="0"/>
              <a:t>"C:\Users\I_can\OneDrive\</a:t>
            </a:r>
            <a:r>
              <a:rPr kumimoji="1" lang="ja-JP" altLang="en-US" b="1" dirty="0"/>
              <a:t>ドキュメント</a:t>
            </a:r>
            <a:r>
              <a:rPr kumimoji="1" lang="en-US" altLang="ja-JP" b="1" dirty="0"/>
              <a:t>\</a:t>
            </a:r>
            <a:r>
              <a:rPr kumimoji="1" lang="en-US" altLang="ja-JP" b="1" dirty="0" err="1"/>
              <a:t>python_sapu</a:t>
            </a:r>
            <a:r>
              <a:rPr kumimoji="1" lang="en-US" altLang="ja-JP" b="1" dirty="0"/>
              <a:t>\</a:t>
            </a:r>
            <a:r>
              <a:rPr kumimoji="1" lang="en-US" altLang="ja-JP" b="1" dirty="0" err="1"/>
              <a:t>VScode_practis</a:t>
            </a:r>
            <a:r>
              <a:rPr kumimoji="1" lang="en-US" altLang="ja-JP" b="1" dirty="0"/>
              <a:t>\</a:t>
            </a:r>
            <a:r>
              <a:rPr kumimoji="1" lang="en-US" altLang="ja-JP" b="1" dirty="0" err="1"/>
              <a:t>make_game</a:t>
            </a:r>
            <a:r>
              <a:rPr kumimoji="1" lang="en-US" altLang="ja-JP" b="1" dirty="0"/>
              <a:t>\osero_debug1"</a:t>
            </a:r>
            <a:endParaRPr kumimoji="1" lang="ja-JP" altLang="en-US" b="1" dirty="0"/>
          </a:p>
        </p:txBody>
      </p:sp>
      <p:sp>
        <p:nvSpPr>
          <p:cNvPr id="7" name="テキスト ボックス 6">
            <a:extLst>
              <a:ext uri="{FF2B5EF4-FFF2-40B4-BE49-F238E27FC236}">
                <a16:creationId xmlns:a16="http://schemas.microsoft.com/office/drawing/2014/main" id="{D1D66EB4-84E4-91F4-21AE-F9033DB6A0B6}"/>
              </a:ext>
            </a:extLst>
          </p:cNvPr>
          <p:cNvSpPr txBox="1"/>
          <p:nvPr/>
        </p:nvSpPr>
        <p:spPr>
          <a:xfrm flipH="1">
            <a:off x="424541" y="1038023"/>
            <a:ext cx="4953001" cy="369332"/>
          </a:xfrm>
          <a:prstGeom prst="rect">
            <a:avLst/>
          </a:prstGeom>
          <a:noFill/>
        </p:spPr>
        <p:txBody>
          <a:bodyPr wrap="square" rtlCol="0">
            <a:spAutoFit/>
          </a:bodyPr>
          <a:lstStyle/>
          <a:p>
            <a:r>
              <a:rPr kumimoji="1" lang="ja-JP" altLang="en-US" dirty="0"/>
              <a:t>ちゃんと文字が出力されるようになった</a:t>
            </a:r>
          </a:p>
        </p:txBody>
      </p:sp>
      <p:sp>
        <p:nvSpPr>
          <p:cNvPr id="10" name="テキスト ボックス 9">
            <a:extLst>
              <a:ext uri="{FF2B5EF4-FFF2-40B4-BE49-F238E27FC236}">
                <a16:creationId xmlns:a16="http://schemas.microsoft.com/office/drawing/2014/main" id="{10AE2BA3-6B4E-4557-1581-A9C2A2CD7E16}"/>
              </a:ext>
            </a:extLst>
          </p:cNvPr>
          <p:cNvSpPr txBox="1"/>
          <p:nvPr/>
        </p:nvSpPr>
        <p:spPr>
          <a:xfrm flipH="1">
            <a:off x="94116" y="3269826"/>
            <a:ext cx="9666514" cy="646331"/>
          </a:xfrm>
          <a:prstGeom prst="rect">
            <a:avLst/>
          </a:prstGeom>
          <a:noFill/>
        </p:spPr>
        <p:txBody>
          <a:bodyPr wrap="square" rtlCol="0">
            <a:spAutoFit/>
          </a:bodyPr>
          <a:lstStyle/>
          <a:p>
            <a:r>
              <a:rPr kumimoji="1" lang="ja-JP" altLang="en-US" dirty="0"/>
              <a:t>今回の目的は生成</a:t>
            </a:r>
            <a:r>
              <a:rPr kumimoji="1" lang="en-US" altLang="ja-JP" dirty="0"/>
              <a:t>AI</a:t>
            </a:r>
            <a:r>
              <a:rPr kumimoji="1" lang="ja-JP" altLang="en-US" dirty="0"/>
              <a:t>のできることの確認なので、デバック作業は気になった部分のみに</a:t>
            </a:r>
            <a:r>
              <a:rPr kumimoji="1" lang="ja-JP" altLang="en-US"/>
              <a:t>抑え、これ以降は改善</a:t>
            </a:r>
            <a:r>
              <a:rPr kumimoji="1" lang="ja-JP" altLang="en-US" dirty="0"/>
              <a:t>にシフトして進めていく</a:t>
            </a:r>
          </a:p>
        </p:txBody>
      </p:sp>
    </p:spTree>
    <p:extLst>
      <p:ext uri="{BB962C8B-B14F-4D97-AF65-F5344CB8AC3E}">
        <p14:creationId xmlns:p14="http://schemas.microsoft.com/office/powerpoint/2010/main" val="1109520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864CF862-98C6-5D85-D720-095A34B2F4F4}"/>
              </a:ext>
            </a:extLst>
          </p:cNvPr>
          <p:cNvSpPr txBox="1"/>
          <p:nvPr/>
        </p:nvSpPr>
        <p:spPr>
          <a:xfrm flipH="1">
            <a:off x="185057" y="868386"/>
            <a:ext cx="11179628" cy="2031325"/>
          </a:xfrm>
          <a:prstGeom prst="rect">
            <a:avLst/>
          </a:prstGeom>
          <a:noFill/>
        </p:spPr>
        <p:txBody>
          <a:bodyPr wrap="square" rtlCol="0">
            <a:spAutoFit/>
          </a:bodyPr>
          <a:lstStyle/>
          <a:p>
            <a:r>
              <a:rPr kumimoji="1" lang="ja-JP" altLang="en-US" dirty="0"/>
              <a:t>改善を求めるとこ</a:t>
            </a:r>
            <a:r>
              <a:rPr lang="ja-JP" altLang="en-US" dirty="0"/>
              <a:t>・</a:t>
            </a:r>
            <a:r>
              <a:rPr kumimoji="1" lang="ja-JP" altLang="en-US" dirty="0"/>
              <a:t>手番が今どちらかわからない</a:t>
            </a:r>
            <a:br>
              <a:rPr kumimoji="1" lang="en-US" altLang="ja-JP" dirty="0"/>
            </a:br>
            <a:r>
              <a:rPr kumimoji="1" lang="ja-JP" altLang="en-US" dirty="0"/>
              <a:t>　　シンプルなデザインとなっており最小限の</a:t>
            </a:r>
            <a:r>
              <a:rPr kumimoji="1" lang="en-US" altLang="ja-JP" dirty="0"/>
              <a:t>UI</a:t>
            </a:r>
            <a:r>
              <a:rPr kumimoji="1" lang="ja-JP" altLang="en-US" dirty="0"/>
              <a:t>となっているためほかの情報が出てこない</a:t>
            </a:r>
            <a:endParaRPr kumimoji="1" lang="en-US" altLang="ja-JP" dirty="0"/>
          </a:p>
          <a:p>
            <a:r>
              <a:rPr lang="ja-JP" altLang="en-US" dirty="0"/>
              <a:t>　</a:t>
            </a:r>
            <a:endParaRPr lang="en-US" altLang="ja-JP" dirty="0"/>
          </a:p>
          <a:p>
            <a:r>
              <a:rPr lang="ja-JP" altLang="en-US" dirty="0"/>
              <a:t>・おけるところが見えたほうがいい</a:t>
            </a:r>
            <a:endParaRPr lang="en-US" altLang="ja-JP" dirty="0"/>
          </a:p>
          <a:p>
            <a:r>
              <a:rPr kumimoji="1" lang="ja-JP" altLang="en-US" dirty="0"/>
              <a:t>　　おけないところは実際におけないが、それがユーザーに分かりにくい</a:t>
            </a:r>
            <a:endParaRPr kumimoji="1" lang="en-US" altLang="ja-JP" dirty="0"/>
          </a:p>
          <a:p>
            <a:endParaRPr lang="en-US" altLang="ja-JP" dirty="0"/>
          </a:p>
          <a:p>
            <a:r>
              <a:rPr lang="ja-JP" altLang="en-US" dirty="0"/>
              <a:t>・最後の黒の勝ちというのが見えにくい</a:t>
            </a:r>
            <a:endParaRPr kumimoji="1" lang="ja-JP" altLang="en-US" dirty="0"/>
          </a:p>
        </p:txBody>
      </p:sp>
      <p:pic>
        <p:nvPicPr>
          <p:cNvPr id="9" name="図 8">
            <a:extLst>
              <a:ext uri="{FF2B5EF4-FFF2-40B4-BE49-F238E27FC236}">
                <a16:creationId xmlns:a16="http://schemas.microsoft.com/office/drawing/2014/main" id="{D7D42A24-9140-58A8-3ABC-037E30907B5F}"/>
              </a:ext>
            </a:extLst>
          </p:cNvPr>
          <p:cNvPicPr>
            <a:picLocks noChangeAspect="1"/>
          </p:cNvPicPr>
          <p:nvPr/>
        </p:nvPicPr>
        <p:blipFill>
          <a:blip r:embed="rId2"/>
          <a:stretch>
            <a:fillRect/>
          </a:stretch>
        </p:blipFill>
        <p:spPr>
          <a:xfrm>
            <a:off x="827315" y="3605990"/>
            <a:ext cx="6291157" cy="2273825"/>
          </a:xfrm>
          <a:prstGeom prst="rect">
            <a:avLst/>
          </a:prstGeom>
        </p:spPr>
      </p:pic>
    </p:spTree>
    <p:extLst>
      <p:ext uri="{BB962C8B-B14F-4D97-AF65-F5344CB8AC3E}">
        <p14:creationId xmlns:p14="http://schemas.microsoft.com/office/powerpoint/2010/main" val="41909800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50B9244C-9D75-C38B-448B-AC71F41F3DD0}"/>
              </a:ext>
            </a:extLst>
          </p:cNvPr>
          <p:cNvPicPr>
            <a:picLocks noChangeAspect="1"/>
          </p:cNvPicPr>
          <p:nvPr/>
        </p:nvPicPr>
        <p:blipFill>
          <a:blip r:embed="rId2"/>
          <a:stretch>
            <a:fillRect/>
          </a:stretch>
        </p:blipFill>
        <p:spPr>
          <a:xfrm>
            <a:off x="7271656" y="1707966"/>
            <a:ext cx="3721928" cy="4442462"/>
          </a:xfrm>
          <a:prstGeom prst="rect">
            <a:avLst/>
          </a:prstGeom>
        </p:spPr>
      </p:pic>
      <p:sp>
        <p:nvSpPr>
          <p:cNvPr id="7" name="テキスト ボックス 6">
            <a:extLst>
              <a:ext uri="{FF2B5EF4-FFF2-40B4-BE49-F238E27FC236}">
                <a16:creationId xmlns:a16="http://schemas.microsoft.com/office/drawing/2014/main" id="{5AC9835F-6A7B-C685-D8B1-8A36F2B7192F}"/>
              </a:ext>
            </a:extLst>
          </p:cNvPr>
          <p:cNvSpPr txBox="1"/>
          <p:nvPr/>
        </p:nvSpPr>
        <p:spPr>
          <a:xfrm>
            <a:off x="217714" y="267678"/>
            <a:ext cx="6096000" cy="6463308"/>
          </a:xfrm>
          <a:prstGeom prst="rect">
            <a:avLst/>
          </a:prstGeom>
          <a:noFill/>
        </p:spPr>
        <p:txBody>
          <a:bodyPr wrap="square">
            <a:spAutoFit/>
          </a:bodyPr>
          <a:lstStyle/>
          <a:p>
            <a:r>
              <a:rPr lang="en-US" altLang="ja-JP" dirty="0"/>
              <a:t>User:</a:t>
            </a:r>
            <a:r>
              <a:rPr lang="ja-JP" altLang="en-US" dirty="0"/>
              <a:t>改善してほしい点 ・スコアの表示 ・駒のアニメーションの追加 ・現在の手番が今どちらか</a:t>
            </a:r>
            <a:r>
              <a:rPr lang="en-US" altLang="ja-JP" dirty="0"/>
              <a:t>GUI</a:t>
            </a:r>
            <a:r>
              <a:rPr lang="ja-JP" altLang="en-US" dirty="0"/>
              <a:t>の表示 ・自分の駒のおける場所の表示</a:t>
            </a:r>
            <a:endParaRPr lang="en-US" altLang="ja-JP" dirty="0"/>
          </a:p>
          <a:p>
            <a:endParaRPr lang="en-US" altLang="ja-JP" dirty="0"/>
          </a:p>
          <a:p>
            <a:r>
              <a:rPr lang="ja-JP" altLang="en-US" dirty="0"/>
              <a:t>上の指示を打ち込んだところ右のようなある程度十分な形となった</a:t>
            </a:r>
            <a:endParaRPr lang="en-US" altLang="ja-JP" dirty="0"/>
          </a:p>
          <a:p>
            <a:r>
              <a:rPr lang="ja-JP" altLang="en-US" dirty="0"/>
              <a:t>ここまでの作業時間はおよそ</a:t>
            </a:r>
            <a:r>
              <a:rPr lang="en-US" altLang="ja-JP" dirty="0"/>
              <a:t>2</a:t>
            </a:r>
            <a:r>
              <a:rPr lang="ja-JP" altLang="en-US" dirty="0"/>
              <a:t>時間</a:t>
            </a:r>
            <a:endParaRPr lang="en-US" altLang="ja-JP" dirty="0"/>
          </a:p>
          <a:p>
            <a:endParaRPr lang="en-US" altLang="ja-JP" dirty="0"/>
          </a:p>
          <a:p>
            <a:endParaRPr lang="en-US" altLang="ja-JP" dirty="0"/>
          </a:p>
          <a:p>
            <a:endParaRPr lang="en-US" altLang="ja-JP" dirty="0"/>
          </a:p>
          <a:p>
            <a:endParaRPr lang="en-US" altLang="ja-JP" dirty="0"/>
          </a:p>
          <a:p>
            <a:endParaRPr lang="en-US" altLang="ja-JP" dirty="0"/>
          </a:p>
          <a:p>
            <a:endParaRPr lang="en-US" altLang="ja-JP" dirty="0"/>
          </a:p>
          <a:p>
            <a:endParaRPr lang="en-US" altLang="ja-JP" dirty="0"/>
          </a:p>
          <a:p>
            <a:r>
              <a:rPr lang="ja-JP" altLang="en-US" dirty="0"/>
              <a:t>所感として</a:t>
            </a:r>
            <a:endParaRPr lang="en-US" altLang="ja-JP" dirty="0"/>
          </a:p>
          <a:p>
            <a:r>
              <a:rPr lang="ja-JP" altLang="en-US" dirty="0"/>
              <a:t>思ったより簡単にできてしまった</a:t>
            </a:r>
            <a:br>
              <a:rPr lang="en-US" altLang="ja-JP" dirty="0"/>
            </a:br>
            <a:r>
              <a:rPr lang="ja-JP" altLang="en-US" dirty="0"/>
              <a:t>オセロという世界でも有名なゲームの選択がよくなかった可能性がある（多くの人が実行しすぎてひな形のようなものが</a:t>
            </a:r>
            <a:r>
              <a:rPr lang="en-US" altLang="ja-JP" dirty="0"/>
              <a:t>Python</a:t>
            </a:r>
            <a:r>
              <a:rPr lang="ja-JP" altLang="en-US" dirty="0"/>
              <a:t>の中にあるのかも：使用した</a:t>
            </a:r>
            <a:r>
              <a:rPr lang="en-US" altLang="ja-JP" dirty="0" err="1"/>
              <a:t>PyGame</a:t>
            </a:r>
            <a:r>
              <a:rPr lang="ja-JP" altLang="en-US" dirty="0"/>
              <a:t>というライブラリの影響がある）</a:t>
            </a:r>
            <a:endParaRPr lang="en-US" altLang="ja-JP" dirty="0"/>
          </a:p>
          <a:p>
            <a:endParaRPr lang="en-US" altLang="ja-JP" dirty="0"/>
          </a:p>
          <a:p>
            <a:endParaRPr lang="en-US" altLang="ja-JP" dirty="0"/>
          </a:p>
          <a:p>
            <a:endParaRPr lang="ja-JP" altLang="en-US" dirty="0"/>
          </a:p>
        </p:txBody>
      </p:sp>
    </p:spTree>
    <p:extLst>
      <p:ext uri="{BB962C8B-B14F-4D97-AF65-F5344CB8AC3E}">
        <p14:creationId xmlns:p14="http://schemas.microsoft.com/office/powerpoint/2010/main" val="6357579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E66D9AB-8FB7-3CD3-F1B3-12BB4EC9A2C5}"/>
              </a:ext>
            </a:extLst>
          </p:cNvPr>
          <p:cNvSpPr>
            <a:spLocks noGrp="1"/>
          </p:cNvSpPr>
          <p:nvPr>
            <p:ph type="title"/>
          </p:nvPr>
        </p:nvSpPr>
        <p:spPr/>
        <p:txBody>
          <a:bodyPr/>
          <a:lstStyle/>
          <a:p>
            <a:r>
              <a:rPr kumimoji="1" lang="ja-JP" altLang="en-US" dirty="0"/>
              <a:t>オセロという定番ゲームなのですぐできた可能性が高い</a:t>
            </a:r>
          </a:p>
        </p:txBody>
      </p:sp>
      <p:sp>
        <p:nvSpPr>
          <p:cNvPr id="3" name="コンテンツ プレースホルダー 2">
            <a:extLst>
              <a:ext uri="{FF2B5EF4-FFF2-40B4-BE49-F238E27FC236}">
                <a16:creationId xmlns:a16="http://schemas.microsoft.com/office/drawing/2014/main" id="{B6DE60BD-C333-7EF9-D3E7-BC1E18B32B7E}"/>
              </a:ext>
            </a:extLst>
          </p:cNvPr>
          <p:cNvSpPr>
            <a:spLocks noGrp="1"/>
          </p:cNvSpPr>
          <p:nvPr>
            <p:ph idx="1"/>
          </p:nvPr>
        </p:nvSpPr>
        <p:spPr>
          <a:xfrm>
            <a:off x="838200" y="2506662"/>
            <a:ext cx="10515600" cy="4351338"/>
          </a:xfrm>
        </p:spPr>
        <p:txBody>
          <a:bodyPr/>
          <a:lstStyle/>
          <a:p>
            <a:pPr marL="0" indent="0">
              <a:buNone/>
            </a:pPr>
            <a:r>
              <a:rPr lang="ja-JP" altLang="en-US" dirty="0"/>
              <a:t>次回の展望</a:t>
            </a:r>
            <a:br>
              <a:rPr lang="en-US" altLang="ja-JP" dirty="0"/>
            </a:br>
            <a:r>
              <a:rPr lang="ja-JP" altLang="en-US" sz="2000" dirty="0"/>
              <a:t>・オリジナルのルールでゲームを作った場合どのレベルまで期待したものができるのか</a:t>
            </a:r>
            <a:endParaRPr lang="en-US" altLang="ja-JP" sz="2000" dirty="0"/>
          </a:p>
          <a:p>
            <a:pPr marL="0" indent="0">
              <a:buNone/>
            </a:pPr>
            <a:r>
              <a:rPr kumimoji="1" lang="ja-JP" altLang="en-US" sz="2000" dirty="0"/>
              <a:t>・</a:t>
            </a:r>
            <a:r>
              <a:rPr kumimoji="1" lang="en-US" altLang="ja-JP" sz="2000" dirty="0"/>
              <a:t>AI</a:t>
            </a:r>
            <a:r>
              <a:rPr kumimoji="1" lang="ja-JP" altLang="en-US" sz="2000" dirty="0"/>
              <a:t>の学習として強化学習するオセロの</a:t>
            </a:r>
            <a:r>
              <a:rPr kumimoji="1" lang="en-US" altLang="ja-JP" sz="2000" dirty="0"/>
              <a:t>CPU</a:t>
            </a:r>
            <a:r>
              <a:rPr kumimoji="1" lang="ja-JP" altLang="en-US" sz="2000" dirty="0"/>
              <a:t>を作ってみる</a:t>
            </a:r>
            <a:endParaRPr kumimoji="1" lang="en-US" altLang="ja-JP" sz="2000" dirty="0"/>
          </a:p>
          <a:p>
            <a:pPr marL="0" indent="0">
              <a:buNone/>
            </a:pPr>
            <a:r>
              <a:rPr lang="ja-JP" altLang="en-US" sz="2000"/>
              <a:t>・わけのわからん事をプログラミングさせるとどうなるか</a:t>
            </a:r>
            <a:endParaRPr kumimoji="1" lang="ja-JP" altLang="en-US" sz="2000" dirty="0"/>
          </a:p>
        </p:txBody>
      </p:sp>
    </p:spTree>
    <p:extLst>
      <p:ext uri="{BB962C8B-B14F-4D97-AF65-F5344CB8AC3E}">
        <p14:creationId xmlns:p14="http://schemas.microsoft.com/office/powerpoint/2010/main" val="272504604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68688</TotalTime>
  <Words>949</Words>
  <Application>Microsoft Office PowerPoint</Application>
  <PresentationFormat>ワイド画面</PresentationFormat>
  <Paragraphs>79</Paragraphs>
  <Slides>11</Slides>
  <Notes>0</Notes>
  <HiddenSlides>1</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11</vt:i4>
      </vt:variant>
    </vt:vector>
  </HeadingPairs>
  <TitlesOfParts>
    <vt:vector size="15"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オセロという定番ゲームなのですぐできた可能性が高い</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syunya imamura</dc:creator>
  <cp:lastModifiedBy>syunya imamura</cp:lastModifiedBy>
  <cp:revision>1</cp:revision>
  <dcterms:created xsi:type="dcterms:W3CDTF">2025-04-05T08:25:01Z</dcterms:created>
  <dcterms:modified xsi:type="dcterms:W3CDTF">2025-06-25T11:49:35Z</dcterms:modified>
</cp:coreProperties>
</file>